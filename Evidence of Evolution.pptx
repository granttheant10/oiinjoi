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6" r:id="rId4"/>
  </p:sldMasterIdLst>
  <p:notesMasterIdLst>
    <p:notesMasterId r:id="rId5"/>
  </p:notesMasterIdLst>
  <p:sldIdLst>
    <p:sldId id="256" r:id="rId18"/>
    <p:sldId id="257" r:id="rId19"/>
    <p:sldId id="258" r:id="rId20"/>
    <p:sldId id="259" r:id="rId21"/>
    <p:sldId id="260" r:id="rId22"/>
    <p:sldId id="261" r:id="rId23"/>
    <p:sldId id="262" r:id="rId24"/>
    <p:sldId id="263" r:id="rId17"/>
    <p:sldId id="264" r:id="rId16"/>
    <p:sldId id="265" r:id="rId15"/>
    <p:sldId id="266" r:id="rId14"/>
    <p:sldId id="267" r:id="rId13"/>
    <p:sldId id="268" r:id="rId12"/>
    <p:sldId id="269" r:id="rId11"/>
    <p:sldId id="270" r:id="rId10"/>
    <p:sldId id="271" r:id="rId9"/>
  </p:sldIdLst>
  <p:sldSz cy="5143500" cx="9144000"/>
  <p:notesSz cx="6858000" cy="9144000"/>
  <p:embeddedFontLst>
    <p:embeddedFont>
      <p:font typeface="Inter Tight Medium"/>
      <p:regular r:id="rId25"/>
      <p:bold r:id="rId26"/>
      <p:italic r:id="rId27"/>
      <p:boldItalic r:id="rId28"/>
    </p:embeddedFont>
    <p:embeddedFont>
      <p:font typeface="Inter Tight"/>
      <p:regular r:id="rId29"/>
      <p:bold r:id="rId30"/>
      <p:italic r:id="rId31"/>
      <p:boldItalic r:id="rId32"/>
    </p:embeddedFont>
    <p:embeddedFont>
      <p:font typeface="Inter Tight SemiBold"/>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9" Type="http://schemas.openxmlformats.org/officeDocument/2006/relationships/slide" Target="slides/slide16.xml"/><Relationship Id="rId10" Type="http://schemas.openxmlformats.org/officeDocument/2006/relationships/slide" Target="slides/slide15.xml"/><Relationship Id="rId11" Type="http://schemas.openxmlformats.org/officeDocument/2006/relationships/slide" Target="slides/slide14.xml"/><Relationship Id="rId12" Type="http://schemas.openxmlformats.org/officeDocument/2006/relationships/slide" Target="slides/slide13.xml"/><Relationship Id="rId13" Type="http://schemas.openxmlformats.org/officeDocument/2006/relationships/slide" Target="slides/slide12.xml"/><Relationship Id="rId14" Type="http://schemas.openxmlformats.org/officeDocument/2006/relationships/slide" Target="slides/slide11.xml"/><Relationship Id="rId15" Type="http://schemas.openxmlformats.org/officeDocument/2006/relationships/slide" Target="slides/slide10.xml"/><Relationship Id="rId16" Type="http://schemas.openxmlformats.org/officeDocument/2006/relationships/slide" Target="slides/slide9.xml"/><Relationship Id="rId17" Type="http://schemas.openxmlformats.org/officeDocument/2006/relationships/slide" Target="slides/slide8.xml"/><Relationship Id="rId18" Type="http://schemas.openxmlformats.org/officeDocument/2006/relationships/slide" Target="slides/slide1.xml"/><Relationship Id="rId19" Type="http://schemas.openxmlformats.org/officeDocument/2006/relationships/slide" Target="slides/slide2.xml"/><Relationship Id="rId20" Type="http://schemas.openxmlformats.org/officeDocument/2006/relationships/slide" Target="slides/slide3.xml"/><Relationship Id="rId21" Type="http://schemas.openxmlformats.org/officeDocument/2006/relationships/slide" Target="slides/slide4.xml"/><Relationship Id="rId22" Type="http://schemas.openxmlformats.org/officeDocument/2006/relationships/slide" Target="slides/slide5.xml"/><Relationship Id="rId23" Type="http://schemas.openxmlformats.org/officeDocument/2006/relationships/slide" Target="slides/slide6.xml"/><Relationship Id="rId24" Type="http://schemas.openxmlformats.org/officeDocument/2006/relationships/slide" Target="slides/slide7.xml"/><Relationship Id="rId25" Type="http://schemas.openxmlformats.org/officeDocument/2006/relationships/font" Target="fonts/InterTightMedium-regular.fntdata"/><Relationship Id="rId26" Type="http://schemas.openxmlformats.org/officeDocument/2006/relationships/font" Target="fonts/InterTightMedium-bold.fntdata"/><Relationship Id="rId27" Type="http://schemas.openxmlformats.org/officeDocument/2006/relationships/font" Target="fonts/InterTightMedium-italic.fntdata"/><Relationship Id="rId28" Type="http://schemas.openxmlformats.org/officeDocument/2006/relationships/font" Target="fonts/InterTightMedium-boldItalic.fntdata"/><Relationship Id="rId29" Type="http://schemas.openxmlformats.org/officeDocument/2006/relationships/font" Target="fonts/InterTight-regular.fntdata"/><Relationship Id="rId30" Type="http://schemas.openxmlformats.org/officeDocument/2006/relationships/font" Target="fonts/InterTight-bold.fntdata"/><Relationship Id="rId31" Type="http://schemas.openxmlformats.org/officeDocument/2006/relationships/font" Target="fonts/InterTight-italic.fntdata"/><Relationship Id="rId32" Type="http://schemas.openxmlformats.org/officeDocument/2006/relationships/font" Target="fonts/InterTight-boldItalic.fntdata"/><Relationship Id="rId33" Type="http://schemas.openxmlformats.org/officeDocument/2006/relationships/font" Target="fonts/InterTightSemiBold-regular.fntdata"/><Relationship Id="rId34" Type="http://schemas.openxmlformats.org/officeDocument/2006/relationships/font" Target="fonts/InterTightSemiBold-bold.fntdata"/><Relationship Id="rId35" Type="http://schemas.openxmlformats.org/officeDocument/2006/relationships/font" Target="fonts/InterTightSemiBold-italic.fntdata"/><Relationship Id="rId36" Type="http://schemas.openxmlformats.org/officeDocument/2006/relationships/font" Target="fonts/InterTightSemiBold-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grpSp>
        <p:nvGrpSpPr>
          <p:cNvPr id="10" name="Google Shape;10;p2"/>
          <p:cNvGrpSpPr/>
          <p:nvPr/>
        </p:nvGrpSpPr>
        <p:grpSpPr>
          <a:xfrm rot="299808">
            <a:off x="124383" y="-559521"/>
            <a:ext cx="8900029" cy="6258229"/>
            <a:chOff x="124223" y="-559280"/>
            <a:chExt cx="8900025" cy="6258226"/>
          </a:xfrm>
        </p:grpSpPr>
        <p:grpSp>
          <p:nvGrpSpPr>
            <p:cNvPr id="11" name="Google Shape;11;p2"/>
            <p:cNvGrpSpPr/>
            <p:nvPr/>
          </p:nvGrpSpPr>
          <p:grpSpPr>
            <a:xfrm>
              <a:off x="124223" y="-78561"/>
              <a:ext cx="8900025" cy="5296800"/>
              <a:chOff x="124223" y="-78561"/>
              <a:chExt cx="8900025" cy="5296800"/>
            </a:xfrm>
          </p:grpSpPr>
          <p:sp>
            <p:nvSpPr>
              <p:cNvPr id="12" name="Google Shape;12;p2"/>
              <p:cNvSpPr/>
              <p:nvPr/>
            </p:nvSpPr>
            <p:spPr>
              <a:xfrm rot="-1623">
                <a:off x="7117071" y="2014308"/>
                <a:ext cx="1906200" cy="1875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3" name="Google Shape;13;p2"/>
              <p:cNvSpPr/>
              <p:nvPr/>
            </p:nvSpPr>
            <p:spPr>
              <a:xfrm flipH="1" rot="-1487">
                <a:off x="124823" y="-77211"/>
                <a:ext cx="6242101" cy="5294100"/>
              </a:xfrm>
              <a:prstGeom prst="snip1Rect">
                <a:avLst>
                  <a:gd fmla="val 42486"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SemiBold"/>
                  <a:ea typeface="Inter Tight SemiBold"/>
                  <a:cs typeface="Inter Tight SemiBold"/>
                  <a:sym typeface="Inter Tight SemiBold"/>
                </a:endParaRPr>
              </a:p>
            </p:txBody>
          </p:sp>
          <p:sp>
            <p:nvSpPr>
              <p:cNvPr id="14" name="Google Shape;14;p2"/>
              <p:cNvSpPr/>
              <p:nvPr/>
            </p:nvSpPr>
            <p:spPr>
              <a:xfrm flipH="1" rot="10798513">
                <a:off x="2781248" y="-76291"/>
                <a:ext cx="6242401" cy="5289900"/>
              </a:xfrm>
              <a:prstGeom prst="snip1Rect">
                <a:avLst>
                  <a:gd fmla="val 42496"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SemiBold"/>
                  <a:ea typeface="Inter Tight SemiBold"/>
                  <a:cs typeface="Inter Tight SemiBold"/>
                  <a:sym typeface="Inter Tight SemiBold"/>
                </a:endParaRPr>
              </a:p>
            </p:txBody>
          </p:sp>
          <p:sp>
            <p:nvSpPr>
              <p:cNvPr id="15" name="Google Shape;15;p2"/>
              <p:cNvSpPr/>
              <p:nvPr/>
            </p:nvSpPr>
            <p:spPr>
              <a:xfrm rot="-1623">
                <a:off x="125118" y="1250275"/>
                <a:ext cx="1906200" cy="1875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grpSp>
        <p:sp>
          <p:nvSpPr>
            <p:cNvPr id="16" name="Google Shape;16;p2"/>
            <p:cNvSpPr/>
            <p:nvPr/>
          </p:nvSpPr>
          <p:spPr>
            <a:xfrm rot="-4516116">
              <a:off x="314265" y="-331820"/>
              <a:ext cx="1871106" cy="183798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Tight SemiBold"/>
                <a:ea typeface="Inter Tight SemiBold"/>
                <a:cs typeface="Inter Tight SemiBold"/>
                <a:sym typeface="Inter Tight SemiBold"/>
              </a:endParaRPr>
            </a:p>
          </p:txBody>
        </p:sp>
        <p:sp>
          <p:nvSpPr>
            <p:cNvPr id="17" name="Google Shape;17;p2"/>
            <p:cNvSpPr/>
            <p:nvPr/>
          </p:nvSpPr>
          <p:spPr>
            <a:xfrm rot="6283884">
              <a:off x="6963097" y="3633506"/>
              <a:ext cx="1871106" cy="183798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Tight SemiBold"/>
                <a:ea typeface="Inter Tight SemiBold"/>
                <a:cs typeface="Inter Tight SemiBold"/>
                <a:sym typeface="Inter Tight SemiBold"/>
              </a:endParaRPr>
            </a:p>
          </p:txBody>
        </p:sp>
      </p:grpSp>
      <p:sp>
        <p:nvSpPr>
          <p:cNvPr id="18" name="Google Shape;18;p2"/>
          <p:cNvSpPr txBox="1"/>
          <p:nvPr>
            <p:ph type="ctrTitle"/>
          </p:nvPr>
        </p:nvSpPr>
        <p:spPr>
          <a:xfrm>
            <a:off x="1826325" y="1559575"/>
            <a:ext cx="5494800" cy="15699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SzPts val="5000"/>
              <a:buNone/>
              <a:defRPr sz="5000"/>
            </a:lvl1pPr>
            <a:lvl2pPr lvl="1">
              <a:lnSpc>
                <a:spcPct val="90000"/>
              </a:lnSpc>
              <a:spcBef>
                <a:spcPts val="0"/>
              </a:spcBef>
              <a:spcAft>
                <a:spcPts val="0"/>
              </a:spcAft>
              <a:buSzPts val="5000"/>
              <a:buNone/>
              <a:defRPr sz="5000"/>
            </a:lvl2pPr>
            <a:lvl3pPr lvl="2">
              <a:lnSpc>
                <a:spcPct val="90000"/>
              </a:lnSpc>
              <a:spcBef>
                <a:spcPts val="0"/>
              </a:spcBef>
              <a:spcAft>
                <a:spcPts val="0"/>
              </a:spcAft>
              <a:buSzPts val="5000"/>
              <a:buNone/>
              <a:defRPr sz="5000"/>
            </a:lvl3pPr>
            <a:lvl4pPr lvl="3">
              <a:lnSpc>
                <a:spcPct val="90000"/>
              </a:lnSpc>
              <a:spcBef>
                <a:spcPts val="0"/>
              </a:spcBef>
              <a:spcAft>
                <a:spcPts val="0"/>
              </a:spcAft>
              <a:buSzPts val="5000"/>
              <a:buNone/>
              <a:defRPr sz="5000"/>
            </a:lvl4pPr>
            <a:lvl5pPr lvl="4">
              <a:lnSpc>
                <a:spcPct val="90000"/>
              </a:lnSpc>
              <a:spcBef>
                <a:spcPts val="0"/>
              </a:spcBef>
              <a:spcAft>
                <a:spcPts val="0"/>
              </a:spcAft>
              <a:buSzPts val="5000"/>
              <a:buNone/>
              <a:defRPr sz="5000"/>
            </a:lvl5pPr>
            <a:lvl6pPr lvl="5">
              <a:lnSpc>
                <a:spcPct val="90000"/>
              </a:lnSpc>
              <a:spcBef>
                <a:spcPts val="0"/>
              </a:spcBef>
              <a:spcAft>
                <a:spcPts val="0"/>
              </a:spcAft>
              <a:buSzPts val="5000"/>
              <a:buNone/>
              <a:defRPr sz="5000"/>
            </a:lvl6pPr>
            <a:lvl7pPr lvl="6">
              <a:lnSpc>
                <a:spcPct val="90000"/>
              </a:lnSpc>
              <a:spcBef>
                <a:spcPts val="0"/>
              </a:spcBef>
              <a:spcAft>
                <a:spcPts val="0"/>
              </a:spcAft>
              <a:buSzPts val="5000"/>
              <a:buNone/>
              <a:defRPr sz="5000"/>
            </a:lvl7pPr>
            <a:lvl8pPr lvl="7">
              <a:lnSpc>
                <a:spcPct val="90000"/>
              </a:lnSpc>
              <a:spcBef>
                <a:spcPts val="0"/>
              </a:spcBef>
              <a:spcAft>
                <a:spcPts val="0"/>
              </a:spcAft>
              <a:buSzPts val="5000"/>
              <a:buNone/>
              <a:defRPr sz="5000"/>
            </a:lvl8pPr>
            <a:lvl9pPr lvl="8">
              <a:lnSpc>
                <a:spcPct val="90000"/>
              </a:lnSpc>
              <a:spcBef>
                <a:spcPts val="0"/>
              </a:spcBef>
              <a:spcAft>
                <a:spcPts val="0"/>
              </a:spcAft>
              <a:buSzPts val="5000"/>
              <a:buNone/>
              <a:defRPr sz="5000"/>
            </a:lvl9pPr>
          </a:lstStyle>
          <a:p/>
        </p:txBody>
      </p:sp>
      <p:sp>
        <p:nvSpPr>
          <p:cNvPr id="19" name="Google Shape;19;p2"/>
          <p:cNvSpPr txBox="1"/>
          <p:nvPr>
            <p:ph idx="1" type="subTitle"/>
          </p:nvPr>
        </p:nvSpPr>
        <p:spPr>
          <a:xfrm>
            <a:off x="1826325" y="3252475"/>
            <a:ext cx="5494800" cy="792600"/>
          </a:xfrm>
          <a:prstGeom prst="rect">
            <a:avLst/>
          </a:prstGeom>
        </p:spPr>
        <p:txBody>
          <a:bodyPr anchorCtr="0" anchor="t" bIns="91425" lIns="91425" spcFirstLastPara="1" rIns="91425" wrap="square" tIns="91425">
            <a:spAutoFit/>
          </a:bodyPr>
          <a:lstStyle>
            <a:lvl1pPr lvl="0">
              <a:spcBef>
                <a:spcPts val="0"/>
              </a:spcBef>
              <a:spcAft>
                <a:spcPts val="0"/>
              </a:spcAft>
              <a:buSzPts val="2500"/>
              <a:buFont typeface="Inter Tight Medium"/>
              <a:buNone/>
              <a:defRPr sz="2500">
                <a:latin typeface="Inter Tight Medium"/>
                <a:ea typeface="Inter Tight Medium"/>
                <a:cs typeface="Inter Tight Medium"/>
                <a:sym typeface="Inter Tight Medium"/>
              </a:defRPr>
            </a:lvl1pPr>
            <a:lvl2pPr lvl="1">
              <a:spcBef>
                <a:spcPts val="0"/>
              </a:spcBef>
              <a:spcAft>
                <a:spcPts val="0"/>
              </a:spcAft>
              <a:buSzPts val="2500"/>
              <a:buFont typeface="Inter Tight Medium"/>
              <a:buNone/>
              <a:defRPr sz="2500">
                <a:latin typeface="Inter Tight Medium"/>
                <a:ea typeface="Inter Tight Medium"/>
                <a:cs typeface="Inter Tight Medium"/>
                <a:sym typeface="Inter Tight Medium"/>
              </a:defRPr>
            </a:lvl2pPr>
            <a:lvl3pPr lvl="2">
              <a:spcBef>
                <a:spcPts val="0"/>
              </a:spcBef>
              <a:spcAft>
                <a:spcPts val="0"/>
              </a:spcAft>
              <a:buSzPts val="2500"/>
              <a:buFont typeface="Inter Tight Medium"/>
              <a:buNone/>
              <a:defRPr sz="2500">
                <a:latin typeface="Inter Tight Medium"/>
                <a:ea typeface="Inter Tight Medium"/>
                <a:cs typeface="Inter Tight Medium"/>
                <a:sym typeface="Inter Tight Medium"/>
              </a:defRPr>
            </a:lvl3pPr>
            <a:lvl4pPr lvl="3">
              <a:spcBef>
                <a:spcPts val="0"/>
              </a:spcBef>
              <a:spcAft>
                <a:spcPts val="0"/>
              </a:spcAft>
              <a:buSzPts val="2500"/>
              <a:buFont typeface="Inter Tight Medium"/>
              <a:buNone/>
              <a:defRPr sz="2500">
                <a:latin typeface="Inter Tight Medium"/>
                <a:ea typeface="Inter Tight Medium"/>
                <a:cs typeface="Inter Tight Medium"/>
                <a:sym typeface="Inter Tight Medium"/>
              </a:defRPr>
            </a:lvl4pPr>
            <a:lvl5pPr lvl="4">
              <a:spcBef>
                <a:spcPts val="0"/>
              </a:spcBef>
              <a:spcAft>
                <a:spcPts val="0"/>
              </a:spcAft>
              <a:buSzPts val="2500"/>
              <a:buFont typeface="Inter Tight Medium"/>
              <a:buNone/>
              <a:defRPr sz="2500">
                <a:latin typeface="Inter Tight Medium"/>
                <a:ea typeface="Inter Tight Medium"/>
                <a:cs typeface="Inter Tight Medium"/>
                <a:sym typeface="Inter Tight Medium"/>
              </a:defRPr>
            </a:lvl5pPr>
            <a:lvl6pPr lvl="5">
              <a:spcBef>
                <a:spcPts val="0"/>
              </a:spcBef>
              <a:spcAft>
                <a:spcPts val="0"/>
              </a:spcAft>
              <a:buSzPts val="2500"/>
              <a:buFont typeface="Inter Tight Medium"/>
              <a:buNone/>
              <a:defRPr sz="2500">
                <a:latin typeface="Inter Tight Medium"/>
                <a:ea typeface="Inter Tight Medium"/>
                <a:cs typeface="Inter Tight Medium"/>
                <a:sym typeface="Inter Tight Medium"/>
              </a:defRPr>
            </a:lvl6pPr>
            <a:lvl7pPr lvl="6">
              <a:spcBef>
                <a:spcPts val="0"/>
              </a:spcBef>
              <a:spcAft>
                <a:spcPts val="0"/>
              </a:spcAft>
              <a:buSzPts val="2500"/>
              <a:buFont typeface="Inter Tight Medium"/>
              <a:buNone/>
              <a:defRPr sz="2500">
                <a:latin typeface="Inter Tight Medium"/>
                <a:ea typeface="Inter Tight Medium"/>
                <a:cs typeface="Inter Tight Medium"/>
                <a:sym typeface="Inter Tight Medium"/>
              </a:defRPr>
            </a:lvl7pPr>
            <a:lvl8pPr lvl="7">
              <a:spcBef>
                <a:spcPts val="0"/>
              </a:spcBef>
              <a:spcAft>
                <a:spcPts val="0"/>
              </a:spcAft>
              <a:buSzPts val="2500"/>
              <a:buFont typeface="Inter Tight Medium"/>
              <a:buNone/>
              <a:defRPr sz="2500">
                <a:latin typeface="Inter Tight Medium"/>
                <a:ea typeface="Inter Tight Medium"/>
                <a:cs typeface="Inter Tight Medium"/>
                <a:sym typeface="Inter Tight Medium"/>
              </a:defRPr>
            </a:lvl8pPr>
            <a:lvl9pPr lvl="8">
              <a:spcBef>
                <a:spcPts val="0"/>
              </a:spcBef>
              <a:spcAft>
                <a:spcPts val="0"/>
              </a:spcAft>
              <a:buSzPts val="2500"/>
              <a:buFont typeface="Inter Tight Medium"/>
              <a:buNone/>
              <a:defRPr sz="2500">
                <a:latin typeface="Inter Tight Medium"/>
                <a:ea typeface="Inter Tight Medium"/>
                <a:cs typeface="Inter Tight Medium"/>
                <a:sym typeface="Inter Tight Medium"/>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20" name="Shape 20"/>
        <p:cNvGrpSpPr/>
        <p:nvPr/>
      </p:nvGrpSpPr>
      <p:grpSpPr>
        <a:xfrm>
          <a:off x="0" y="0"/>
          <a:ext cx="0" cy="0"/>
          <a:chOff x="0" y="0"/>
          <a:chExt cx="0" cy="0"/>
        </a:xfrm>
      </p:grpSpPr>
      <p:sp>
        <p:nvSpPr>
          <p:cNvPr id="21" name="Google Shape;21;p3"/>
          <p:cNvSpPr txBox="1"/>
          <p:nvPr>
            <p:ph type="title"/>
          </p:nvPr>
        </p:nvSpPr>
        <p:spPr>
          <a:xfrm>
            <a:off x="311700" y="2150850"/>
            <a:ext cx="8520600" cy="841800"/>
          </a:xfrm>
          <a:prstGeom prst="rect">
            <a:avLst/>
          </a:prstGeom>
        </p:spPr>
        <p:txBody>
          <a:bodyPr anchorCtr="0" anchor="ctr" bIns="91425" lIns="91425" spcFirstLastPara="1" rIns="91425" wrap="square" tIns="91425">
            <a:sp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2" name="Google Shape;22;p3"/>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_1">
    <p:spTree>
      <p:nvGrpSpPr>
        <p:cNvPr id="23" name="Shape 23"/>
        <p:cNvGrpSpPr/>
        <p:nvPr/>
      </p:nvGrpSpPr>
      <p:grpSpPr>
        <a:xfrm>
          <a:off x="0" y="0"/>
          <a:ext cx="0" cy="0"/>
          <a:chOff x="0" y="0"/>
          <a:chExt cx="0" cy="0"/>
        </a:xfrm>
      </p:grpSpPr>
      <p:sp>
        <p:nvSpPr>
          <p:cNvPr id="24" name="Google Shape;24;p4"/>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4"/>
          <p:cNvSpPr txBox="1"/>
          <p:nvPr>
            <p:ph idx="1" type="body"/>
          </p:nvPr>
        </p:nvSpPr>
        <p:spPr>
          <a:xfrm>
            <a:off x="311700" y="1152475"/>
            <a:ext cx="8520600" cy="34164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26" name="Google Shape;26;p4"/>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27" name="Shape 27"/>
        <p:cNvGrpSpPr/>
        <p:nvPr/>
      </p:nvGrpSpPr>
      <p:grpSpPr>
        <a:xfrm>
          <a:off x="0" y="0"/>
          <a:ext cx="0" cy="0"/>
          <a:chOff x="0" y="0"/>
          <a:chExt cx="0" cy="0"/>
        </a:xfrm>
      </p:grpSpPr>
      <p:sp>
        <p:nvSpPr>
          <p:cNvPr id="28" name="Google Shape;28;p5"/>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 name="Google Shape;29;p5"/>
          <p:cNvSpPr txBox="1"/>
          <p:nvPr>
            <p:ph idx="1" type="body"/>
          </p:nvPr>
        </p:nvSpPr>
        <p:spPr>
          <a:xfrm>
            <a:off x="3117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5"/>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32" name="Shape 32"/>
        <p:cNvGrpSpPr/>
        <p:nvPr/>
      </p:nvGrpSpPr>
      <p:grpSpPr>
        <a:xfrm>
          <a:off x="0" y="0"/>
          <a:ext cx="0" cy="0"/>
          <a:chOff x="0" y="0"/>
          <a:chExt cx="0" cy="0"/>
        </a:xfrm>
      </p:grpSpPr>
      <p:sp>
        <p:nvSpPr>
          <p:cNvPr id="33" name="Google Shape;33;p6"/>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 name="Google Shape;34;p6"/>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_3">
    <p:spTree>
      <p:nvGrpSpPr>
        <p:cNvPr id="35" name="Shape 35"/>
        <p:cNvGrpSpPr/>
        <p:nvPr/>
      </p:nvGrpSpPr>
      <p:grpSpPr>
        <a:xfrm>
          <a:off x="0" y="0"/>
          <a:ext cx="0" cy="0"/>
          <a:chOff x="0" y="0"/>
          <a:chExt cx="0" cy="0"/>
        </a:xfrm>
      </p:grpSpPr>
      <p:sp>
        <p:nvSpPr>
          <p:cNvPr id="36" name="Google Shape;36;p7"/>
          <p:cNvSpPr txBox="1"/>
          <p:nvPr>
            <p:ph type="title"/>
          </p:nvPr>
        </p:nvSpPr>
        <p:spPr>
          <a:xfrm>
            <a:off x="311700" y="555600"/>
            <a:ext cx="2808000" cy="755700"/>
          </a:xfrm>
          <a:prstGeom prst="rect">
            <a:avLst/>
          </a:prstGeom>
        </p:spPr>
        <p:txBody>
          <a:bodyPr anchorCtr="0" anchor="b" bIns="91425" lIns="91425" spcFirstLastPara="1" rIns="91425" wrap="square" tIns="91425">
            <a:sp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7" name="Google Shape;37;p7"/>
          <p:cNvSpPr txBox="1"/>
          <p:nvPr>
            <p:ph idx="1" type="body"/>
          </p:nvPr>
        </p:nvSpPr>
        <p:spPr>
          <a:xfrm>
            <a:off x="311700" y="1389600"/>
            <a:ext cx="2808000" cy="3179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8" name="Google Shape;38;p7"/>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_1">
    <p:spTree>
      <p:nvGrpSpPr>
        <p:cNvPr id="39" name="Shape 39"/>
        <p:cNvGrpSpPr/>
        <p:nvPr/>
      </p:nvGrpSpPr>
      <p:grpSpPr>
        <a:xfrm>
          <a:off x="0" y="0"/>
          <a:ext cx="0" cy="0"/>
          <a:chOff x="0" y="0"/>
          <a:chExt cx="0" cy="0"/>
        </a:xfrm>
      </p:grpSpPr>
      <p:sp>
        <p:nvSpPr>
          <p:cNvPr id="40" name="Google Shape;40;p8"/>
          <p:cNvSpPr txBox="1"/>
          <p:nvPr>
            <p:ph type="title"/>
          </p:nvPr>
        </p:nvSpPr>
        <p:spPr>
          <a:xfrm>
            <a:off x="490250" y="450150"/>
            <a:ext cx="6367800" cy="4090800"/>
          </a:xfrm>
          <a:prstGeom prst="rect">
            <a:avLst/>
          </a:prstGeom>
        </p:spPr>
        <p:txBody>
          <a:bodyPr anchorCtr="0" anchor="ctr" bIns="91425" lIns="91425" spcFirstLastPara="1" rIns="91425" wrap="square" tIns="91425">
            <a:sp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1" name="Google Shape;41;p8"/>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42" name="Shape 42"/>
        <p:cNvGrpSpPr/>
        <p:nvPr/>
      </p:nvGrpSpPr>
      <p:grpSpPr>
        <a:xfrm>
          <a:off x="0" y="0"/>
          <a:ext cx="0" cy="0"/>
          <a:chOff x="0" y="0"/>
          <a:chExt cx="0" cy="0"/>
        </a:xfrm>
      </p:grpSpPr>
      <p:sp>
        <p:nvSpPr>
          <p:cNvPr id="43" name="Google Shape;43;p9"/>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9"/>
          <p:cNvSpPr txBox="1"/>
          <p:nvPr>
            <p:ph type="title"/>
          </p:nvPr>
        </p:nvSpPr>
        <p:spPr>
          <a:xfrm>
            <a:off x="265500" y="1233175"/>
            <a:ext cx="4045200" cy="1482300"/>
          </a:xfrm>
          <a:prstGeom prst="rect">
            <a:avLst/>
          </a:prstGeom>
        </p:spPr>
        <p:txBody>
          <a:bodyPr anchorCtr="0" anchor="b" bIns="91425" lIns="91425" spcFirstLastPara="1" rIns="91425" wrap="square" tIns="91425">
            <a:sp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5" name="Google Shape;45;p9"/>
          <p:cNvSpPr txBox="1"/>
          <p:nvPr>
            <p:ph idx="1" type="subTitle"/>
          </p:nvPr>
        </p:nvSpPr>
        <p:spPr>
          <a:xfrm>
            <a:off x="265500" y="2803075"/>
            <a:ext cx="4045200" cy="1235100"/>
          </a:xfrm>
          <a:prstGeom prst="rect">
            <a:avLst/>
          </a:prstGeom>
        </p:spPr>
        <p:txBody>
          <a:bodyPr anchorCtr="0" anchor="t" bIns="91425" lIns="91425" spcFirstLastPara="1" rIns="91425" wrap="square" tIns="91425">
            <a:sp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6" name="Google Shape;46;p9"/>
          <p:cNvSpPr txBox="1"/>
          <p:nvPr>
            <p:ph idx="2" type="body"/>
          </p:nvPr>
        </p:nvSpPr>
        <p:spPr>
          <a:xfrm>
            <a:off x="4939500" y="724075"/>
            <a:ext cx="3837000" cy="3695100"/>
          </a:xfrm>
          <a:prstGeom prst="rect">
            <a:avLst/>
          </a:prstGeom>
        </p:spPr>
        <p:txBody>
          <a:bodyPr anchorCtr="0" anchor="ctr" bIns="91425" lIns="91425" spcFirstLastPara="1" rIns="91425" wrap="square" tIns="91425">
            <a:spAutoFit/>
          </a:bodyPr>
          <a:lstStyle>
            <a:lvl1pPr indent="-336550" lvl="0" marL="457200">
              <a:spcBef>
                <a:spcPts val="0"/>
              </a:spcBef>
              <a:spcAft>
                <a:spcPts val="0"/>
              </a:spcAft>
              <a:buClr>
                <a:schemeClr val="lt1"/>
              </a:buClr>
              <a:buSzPts val="1700"/>
              <a:buChar char="●"/>
              <a:defRPr>
                <a:solidFill>
                  <a:schemeClr val="lt1"/>
                </a:solidFill>
              </a:defRPr>
            </a:lvl1pPr>
            <a:lvl2pPr indent="-336550" lvl="1" marL="914400">
              <a:spcBef>
                <a:spcPts val="0"/>
              </a:spcBef>
              <a:spcAft>
                <a:spcPts val="0"/>
              </a:spcAft>
              <a:buClr>
                <a:schemeClr val="lt1"/>
              </a:buClr>
              <a:buSzPts val="1700"/>
              <a:buChar char="○"/>
              <a:defRPr>
                <a:solidFill>
                  <a:schemeClr val="lt1"/>
                </a:solidFill>
              </a:defRPr>
            </a:lvl2pPr>
            <a:lvl3pPr indent="-336550" lvl="2" marL="1371600">
              <a:spcBef>
                <a:spcPts val="0"/>
              </a:spcBef>
              <a:spcAft>
                <a:spcPts val="0"/>
              </a:spcAft>
              <a:buClr>
                <a:schemeClr val="lt1"/>
              </a:buClr>
              <a:buSzPts val="1700"/>
              <a:buChar char="■"/>
              <a:defRPr>
                <a:solidFill>
                  <a:schemeClr val="lt1"/>
                </a:solidFill>
              </a:defRPr>
            </a:lvl3pPr>
            <a:lvl4pPr indent="-336550" lvl="3" marL="1828800">
              <a:spcBef>
                <a:spcPts val="0"/>
              </a:spcBef>
              <a:spcAft>
                <a:spcPts val="0"/>
              </a:spcAft>
              <a:buClr>
                <a:schemeClr val="lt1"/>
              </a:buClr>
              <a:buSzPts val="1700"/>
              <a:buChar char="●"/>
              <a:defRPr>
                <a:solidFill>
                  <a:schemeClr val="lt1"/>
                </a:solidFill>
              </a:defRPr>
            </a:lvl4pPr>
            <a:lvl5pPr indent="-336550" lvl="4" marL="2286000">
              <a:spcBef>
                <a:spcPts val="0"/>
              </a:spcBef>
              <a:spcAft>
                <a:spcPts val="0"/>
              </a:spcAft>
              <a:buClr>
                <a:schemeClr val="lt1"/>
              </a:buClr>
              <a:buSzPts val="1700"/>
              <a:buChar char="○"/>
              <a:defRPr>
                <a:solidFill>
                  <a:schemeClr val="lt1"/>
                </a:solidFill>
              </a:defRPr>
            </a:lvl5pPr>
            <a:lvl6pPr indent="-336550" lvl="5" marL="2743200">
              <a:spcBef>
                <a:spcPts val="0"/>
              </a:spcBef>
              <a:spcAft>
                <a:spcPts val="0"/>
              </a:spcAft>
              <a:buClr>
                <a:schemeClr val="lt1"/>
              </a:buClr>
              <a:buSzPts val="1700"/>
              <a:buChar char="■"/>
              <a:defRPr>
                <a:solidFill>
                  <a:schemeClr val="lt1"/>
                </a:solidFill>
              </a:defRPr>
            </a:lvl6pPr>
            <a:lvl7pPr indent="-336550" lvl="6" marL="3200400">
              <a:spcBef>
                <a:spcPts val="0"/>
              </a:spcBef>
              <a:spcAft>
                <a:spcPts val="0"/>
              </a:spcAft>
              <a:buClr>
                <a:schemeClr val="lt1"/>
              </a:buClr>
              <a:buSzPts val="1700"/>
              <a:buChar char="●"/>
              <a:defRPr>
                <a:solidFill>
                  <a:schemeClr val="lt1"/>
                </a:solidFill>
              </a:defRPr>
            </a:lvl7pPr>
            <a:lvl8pPr indent="-336550" lvl="7" marL="3657600">
              <a:spcBef>
                <a:spcPts val="0"/>
              </a:spcBef>
              <a:spcAft>
                <a:spcPts val="0"/>
              </a:spcAft>
              <a:buClr>
                <a:schemeClr val="lt1"/>
              </a:buClr>
              <a:buSzPts val="1700"/>
              <a:buChar char="○"/>
              <a:defRPr>
                <a:solidFill>
                  <a:schemeClr val="lt1"/>
                </a:solidFill>
              </a:defRPr>
            </a:lvl8pPr>
            <a:lvl9pPr indent="-336550" lvl="8" marL="4114800">
              <a:spcBef>
                <a:spcPts val="0"/>
              </a:spcBef>
              <a:spcAft>
                <a:spcPts val="0"/>
              </a:spcAft>
              <a:buClr>
                <a:schemeClr val="lt1"/>
              </a:buClr>
              <a:buSzPts val="17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_1">
    <p:spTree>
      <p:nvGrpSpPr>
        <p:cNvPr id="48" name="Shape 48"/>
        <p:cNvGrpSpPr/>
        <p:nvPr/>
      </p:nvGrpSpPr>
      <p:grpSpPr>
        <a:xfrm>
          <a:off x="0" y="0"/>
          <a:ext cx="0" cy="0"/>
          <a:chOff x="0" y="0"/>
          <a:chExt cx="0" cy="0"/>
        </a:xfrm>
      </p:grpSpPr>
      <p:sp>
        <p:nvSpPr>
          <p:cNvPr id="49" name="Google Shape;49;p10"/>
          <p:cNvSpPr txBox="1"/>
          <p:nvPr>
            <p:ph idx="1" type="body"/>
          </p:nvPr>
        </p:nvSpPr>
        <p:spPr>
          <a:xfrm>
            <a:off x="311700" y="4230575"/>
            <a:ext cx="5998800" cy="605100"/>
          </a:xfrm>
          <a:prstGeom prst="rect">
            <a:avLst/>
          </a:prstGeom>
        </p:spPr>
        <p:txBody>
          <a:bodyPr anchorCtr="0" anchor="ctr" bIns="91425" lIns="91425" spcFirstLastPara="1" rIns="91425" wrap="square" tIns="91425">
            <a:spAutoFit/>
          </a:bodyPr>
          <a:lstStyle>
            <a:lvl1pPr indent="-228600" lvl="0" marL="457200">
              <a:spcBef>
                <a:spcPts val="0"/>
              </a:spcBef>
              <a:spcAft>
                <a:spcPts val="0"/>
              </a:spcAft>
              <a:buSzPts val="1700"/>
              <a:buNone/>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51" name="Shape 51"/>
        <p:cNvGrpSpPr/>
        <p:nvPr/>
      </p:nvGrpSpPr>
      <p:grpSpPr>
        <a:xfrm>
          <a:off x="0" y="0"/>
          <a:ext cx="0" cy="0"/>
          <a:chOff x="0" y="0"/>
          <a:chExt cx="0" cy="0"/>
        </a:xfrm>
      </p:grpSpPr>
      <p:sp>
        <p:nvSpPr>
          <p:cNvPr id="52" name="Google Shape;52;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sp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3" name="Google Shape;53;p11"/>
          <p:cNvSpPr txBox="1"/>
          <p:nvPr>
            <p:ph idx="1" type="body"/>
          </p:nvPr>
        </p:nvSpPr>
        <p:spPr>
          <a:xfrm>
            <a:off x="311700" y="3152225"/>
            <a:ext cx="8520600" cy="1300800"/>
          </a:xfrm>
          <a:prstGeom prst="rect">
            <a:avLst/>
          </a:prstGeom>
        </p:spPr>
        <p:txBody>
          <a:bodyPr anchorCtr="0" anchor="t" bIns="91425" lIns="91425" spcFirstLastPara="1" rIns="91425" wrap="square" tIns="91425">
            <a:spAutoFit/>
          </a:bodyPr>
          <a:lstStyle>
            <a:lvl1pPr indent="-336550" lvl="0" marL="457200" algn="ctr">
              <a:spcBef>
                <a:spcPts val="0"/>
              </a:spcBef>
              <a:spcAft>
                <a:spcPts val="0"/>
              </a:spcAft>
              <a:buSzPts val="1700"/>
              <a:buChar char="●"/>
              <a:defRPr/>
            </a:lvl1pPr>
            <a:lvl2pPr indent="-336550" lvl="1" marL="914400" algn="ctr">
              <a:spcBef>
                <a:spcPts val="0"/>
              </a:spcBef>
              <a:spcAft>
                <a:spcPts val="0"/>
              </a:spcAft>
              <a:buSzPts val="1700"/>
              <a:buChar char="○"/>
              <a:defRPr/>
            </a:lvl2pPr>
            <a:lvl3pPr indent="-336550" lvl="2" marL="1371600" algn="ctr">
              <a:spcBef>
                <a:spcPts val="0"/>
              </a:spcBef>
              <a:spcAft>
                <a:spcPts val="0"/>
              </a:spcAft>
              <a:buSzPts val="1700"/>
              <a:buChar char="■"/>
              <a:defRPr/>
            </a:lvl3pPr>
            <a:lvl4pPr indent="-336550" lvl="3" marL="1828800" algn="ctr">
              <a:spcBef>
                <a:spcPts val="0"/>
              </a:spcBef>
              <a:spcAft>
                <a:spcPts val="0"/>
              </a:spcAft>
              <a:buSzPts val="1700"/>
              <a:buChar char="●"/>
              <a:defRPr/>
            </a:lvl4pPr>
            <a:lvl5pPr indent="-336550" lvl="4" marL="2286000" algn="ctr">
              <a:spcBef>
                <a:spcPts val="0"/>
              </a:spcBef>
              <a:spcAft>
                <a:spcPts val="0"/>
              </a:spcAft>
              <a:buSzPts val="1700"/>
              <a:buChar char="○"/>
              <a:defRPr/>
            </a:lvl5pPr>
            <a:lvl6pPr indent="-336550" lvl="5" marL="2743200" algn="ctr">
              <a:spcBef>
                <a:spcPts val="0"/>
              </a:spcBef>
              <a:spcAft>
                <a:spcPts val="0"/>
              </a:spcAft>
              <a:buSzPts val="1700"/>
              <a:buChar char="■"/>
              <a:defRPr/>
            </a:lvl6pPr>
            <a:lvl7pPr indent="-336550" lvl="6" marL="3200400" algn="ctr">
              <a:spcBef>
                <a:spcPts val="0"/>
              </a:spcBef>
              <a:spcAft>
                <a:spcPts val="0"/>
              </a:spcAft>
              <a:buSzPts val="1700"/>
              <a:buChar char="●"/>
              <a:defRPr/>
            </a:lvl7pPr>
            <a:lvl8pPr indent="-336550" lvl="7" marL="3657600" algn="ctr">
              <a:spcBef>
                <a:spcPts val="0"/>
              </a:spcBef>
              <a:spcAft>
                <a:spcPts val="0"/>
              </a:spcAft>
              <a:buSzPts val="1700"/>
              <a:buChar char="○"/>
              <a:defRPr/>
            </a:lvl8pPr>
            <a:lvl9pPr indent="-336550" lvl="8" marL="4114800" algn="ctr">
              <a:spcBef>
                <a:spcPts val="0"/>
              </a:spcBef>
              <a:spcAft>
                <a:spcPts val="0"/>
              </a:spcAft>
              <a:buSzPts val="1700"/>
              <a:buChar char="■"/>
              <a:defRPr/>
            </a:lvl9pPr>
          </a:lstStyle>
          <a:p/>
        </p:txBody>
      </p:sp>
      <p:sp>
        <p:nvSpPr>
          <p:cNvPr id="54" name="Google Shape;54;p11"/>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
    <p:spTree>
      <p:nvGrpSpPr>
        <p:cNvPr id="55" name="Shape 55"/>
        <p:cNvGrpSpPr/>
        <p:nvPr/>
      </p:nvGrpSpPr>
      <p:grpSpPr>
        <a:xfrm>
          <a:off x="0" y="0"/>
          <a:ext cx="0" cy="0"/>
          <a:chOff x="0" y="0"/>
          <a:chExt cx="0" cy="0"/>
        </a:xfrm>
      </p:grpSpPr>
      <p:sp>
        <p:nvSpPr>
          <p:cNvPr id="56" name="Google Shape;56;p12"/>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57" name="Shape 57"/>
        <p:cNvGrpSpPr/>
        <p:nvPr/>
      </p:nvGrpSpPr>
      <p:grpSpPr>
        <a:xfrm>
          <a:off x="0" y="0"/>
          <a:ext cx="0" cy="0"/>
          <a:chOff x="0" y="0"/>
          <a:chExt cx="0" cy="0"/>
        </a:xfrm>
      </p:grpSpPr>
      <p:sp>
        <p:nvSpPr>
          <p:cNvPr id="58" name="Google Shape;58;p13"/>
          <p:cNvSpPr txBox="1"/>
          <p:nvPr>
            <p:ph type="title"/>
          </p:nvPr>
        </p:nvSpPr>
        <p:spPr>
          <a:xfrm>
            <a:off x="677325" y="1832775"/>
            <a:ext cx="3217200" cy="1484100"/>
          </a:xfrm>
          <a:prstGeom prst="rect">
            <a:avLst/>
          </a:prstGeom>
        </p:spPr>
        <p:txBody>
          <a:bodyPr anchorCtr="0" anchor="ctr" bIns="91425" lIns="91425" spcFirstLastPara="1" rIns="91425" wrap="square" tIns="91425">
            <a:spAutoFit/>
          </a:bodyPr>
          <a:lstStyle>
            <a:lvl1pPr lvl="0">
              <a:spcBef>
                <a:spcPts val="0"/>
              </a:spcBef>
              <a:spcAft>
                <a:spcPts val="0"/>
              </a:spcAft>
              <a:buSzPts val="4200"/>
              <a:buNone/>
              <a:defRPr sz="4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9" name="Google Shape;59;p13"/>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1" name="Google Shape;61;p1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2" name="Google Shape;62;p1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3" name="Google Shape;63;p1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4" name="Google Shape;64;p1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5" name="Google Shape;65;p1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66" name="Shape 66"/>
        <p:cNvGrpSpPr/>
        <p:nvPr/>
      </p:nvGrpSpPr>
      <p:grpSpPr>
        <a:xfrm>
          <a:off x="0" y="0"/>
          <a:ext cx="0" cy="0"/>
          <a:chOff x="0" y="0"/>
          <a:chExt cx="0" cy="0"/>
        </a:xfrm>
      </p:grpSpPr>
      <p:sp>
        <p:nvSpPr>
          <p:cNvPr id="67" name="Google Shape;67;p14"/>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8" name="Google Shape;68;p14"/>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69" name="Google Shape;69;p14"/>
          <p:cNvSpPr/>
          <p:nvPr>
            <p:ph idx="2" type="pic"/>
          </p:nvPr>
        </p:nvSpPr>
        <p:spPr>
          <a:xfrm>
            <a:off x="4992024" y="1152775"/>
            <a:ext cx="3840300" cy="3416400"/>
          </a:xfrm>
          <a:prstGeom prst="rect">
            <a:avLst/>
          </a:prstGeom>
          <a:noFill/>
          <a:ln>
            <a:noFill/>
          </a:ln>
        </p:spPr>
      </p:sp>
      <p:sp>
        <p:nvSpPr>
          <p:cNvPr id="70" name="Google Shape;70;p14"/>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
    <p:spTree>
      <p:nvGrpSpPr>
        <p:cNvPr id="71" name="Shape 71"/>
        <p:cNvGrpSpPr/>
        <p:nvPr/>
      </p:nvGrpSpPr>
      <p:grpSpPr>
        <a:xfrm>
          <a:off x="0" y="0"/>
          <a:ext cx="0" cy="0"/>
          <a:chOff x="0" y="0"/>
          <a:chExt cx="0" cy="0"/>
        </a:xfrm>
      </p:grpSpPr>
      <p:sp>
        <p:nvSpPr>
          <p:cNvPr id="72" name="Google Shape;72;p15"/>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15"/>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4" name="Google Shape;74;p15"/>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75" name="Google Shape;75;p15"/>
          <p:cNvSpPr txBox="1"/>
          <p:nvPr>
            <p:ph idx="2" type="body"/>
          </p:nvPr>
        </p:nvSpPr>
        <p:spPr>
          <a:xfrm>
            <a:off x="5048000" y="2237788"/>
            <a:ext cx="3619800" cy="23736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76" name="Google Shape;76;p1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7" name="Google Shape;77;p1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78" name="Shape 78"/>
        <p:cNvGrpSpPr/>
        <p:nvPr/>
      </p:nvGrpSpPr>
      <p:grpSpPr>
        <a:xfrm>
          <a:off x="0" y="0"/>
          <a:ext cx="0" cy="0"/>
          <a:chOff x="0" y="0"/>
          <a:chExt cx="0" cy="0"/>
        </a:xfrm>
      </p:grpSpPr>
      <p:sp>
        <p:nvSpPr>
          <p:cNvPr id="79" name="Google Shape;79;p16"/>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0" name="Google Shape;80;p16"/>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81" name="Google Shape;81;p16"/>
          <p:cNvSpPr txBox="1"/>
          <p:nvPr>
            <p:ph idx="2" type="body"/>
          </p:nvPr>
        </p:nvSpPr>
        <p:spPr>
          <a:xfrm>
            <a:off x="3347725" y="2417500"/>
            <a:ext cx="2455500" cy="23736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82" name="Google Shape;82;p16"/>
          <p:cNvSpPr txBox="1"/>
          <p:nvPr>
            <p:ph idx="3" type="body"/>
          </p:nvPr>
        </p:nvSpPr>
        <p:spPr>
          <a:xfrm>
            <a:off x="6212275" y="2417500"/>
            <a:ext cx="2455500" cy="23736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83" name="Google Shape;83;p16"/>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84" name="Google Shape;84;p16"/>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5" name="Google Shape;85;p16"/>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 name="Google Shape;86;p16"/>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87" name="Shape 87"/>
        <p:cNvGrpSpPr/>
        <p:nvPr/>
      </p:nvGrpSpPr>
      <p:grpSpPr>
        <a:xfrm>
          <a:off x="0" y="0"/>
          <a:ext cx="0" cy="0"/>
          <a:chOff x="0" y="0"/>
          <a:chExt cx="0" cy="0"/>
        </a:xfrm>
      </p:grpSpPr>
      <p:sp>
        <p:nvSpPr>
          <p:cNvPr id="88" name="Google Shape;88;p17"/>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9" name="Google Shape;89;p17"/>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90" name="Google Shape;90;p17"/>
          <p:cNvSpPr txBox="1"/>
          <p:nvPr>
            <p:ph idx="2" type="body"/>
          </p:nvPr>
        </p:nvSpPr>
        <p:spPr>
          <a:xfrm>
            <a:off x="4938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91" name="Google Shape;91;p17"/>
          <p:cNvSpPr txBox="1"/>
          <p:nvPr>
            <p:ph idx="3" type="body"/>
          </p:nvPr>
        </p:nvSpPr>
        <p:spPr>
          <a:xfrm>
            <a:off x="366750" y="3648575"/>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92" name="Google Shape;92;p17"/>
          <p:cNvSpPr txBox="1"/>
          <p:nvPr>
            <p:ph idx="4" type="body"/>
          </p:nvPr>
        </p:nvSpPr>
        <p:spPr>
          <a:xfrm>
            <a:off x="4938750" y="3648575"/>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93" name="Google Shape;93;p17"/>
          <p:cNvSpPr txBox="1"/>
          <p:nvPr>
            <p:ph type="title"/>
          </p:nvPr>
        </p:nvSpPr>
        <p:spPr>
          <a:xfrm>
            <a:off x="366750"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94" name="Google Shape;94;p1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5" name="Google Shape;95;p1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6" name="Google Shape;96;p1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7" name="Google Shape;97;p1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98" name="Shape 98"/>
        <p:cNvGrpSpPr/>
        <p:nvPr/>
      </p:nvGrpSpPr>
      <p:grpSpPr>
        <a:xfrm>
          <a:off x="0" y="0"/>
          <a:ext cx="0" cy="0"/>
          <a:chOff x="0" y="0"/>
          <a:chExt cx="0" cy="0"/>
        </a:xfrm>
      </p:grpSpPr>
      <p:sp>
        <p:nvSpPr>
          <p:cNvPr id="99" name="Google Shape;99;p18"/>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0" name="Google Shape;100;p18"/>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1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102" name="Shape 102"/>
        <p:cNvGrpSpPr/>
        <p:nvPr/>
      </p:nvGrpSpPr>
      <p:grpSpPr>
        <a:xfrm>
          <a:off x="0" y="0"/>
          <a:ext cx="0" cy="0"/>
          <a:chOff x="0" y="0"/>
          <a:chExt cx="0" cy="0"/>
        </a:xfrm>
      </p:grpSpPr>
      <p:sp>
        <p:nvSpPr>
          <p:cNvPr id="103" name="Google Shape;103;p19"/>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4" name="Google Shape;104;p19"/>
          <p:cNvSpPr/>
          <p:nvPr>
            <p:ph idx="2" type="pic"/>
          </p:nvPr>
        </p:nvSpPr>
        <p:spPr>
          <a:xfrm>
            <a:off x="4804825" y="1133300"/>
            <a:ext cx="4027500" cy="2392800"/>
          </a:xfrm>
          <a:prstGeom prst="rect">
            <a:avLst/>
          </a:prstGeom>
          <a:noFill/>
          <a:ln>
            <a:noFill/>
          </a:ln>
        </p:spPr>
      </p:sp>
      <p:sp>
        <p:nvSpPr>
          <p:cNvPr id="105" name="Google Shape;105;p19"/>
          <p:cNvSpPr/>
          <p:nvPr>
            <p:ph idx="3" type="pic"/>
          </p:nvPr>
        </p:nvSpPr>
        <p:spPr>
          <a:xfrm>
            <a:off x="311725" y="1133300"/>
            <a:ext cx="4027500" cy="2392800"/>
          </a:xfrm>
          <a:prstGeom prst="rect">
            <a:avLst/>
          </a:prstGeom>
          <a:noFill/>
          <a:ln>
            <a:noFill/>
          </a:ln>
        </p:spPr>
      </p:sp>
      <p:sp>
        <p:nvSpPr>
          <p:cNvPr id="106" name="Google Shape;106;p19"/>
          <p:cNvSpPr txBox="1"/>
          <p:nvPr>
            <p:ph idx="4" type="body"/>
          </p:nvPr>
        </p:nvSpPr>
        <p:spPr>
          <a:xfrm>
            <a:off x="4804825"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7" name="Google Shape;107;p19"/>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19"/>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9" name="Google Shape;109;p1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7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10" name="Google Shape;110;p1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7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11" name="Shape 111"/>
        <p:cNvGrpSpPr/>
        <p:nvPr/>
      </p:nvGrpSpPr>
      <p:grpSpPr>
        <a:xfrm>
          <a:off x="0" y="0"/>
          <a:ext cx="0" cy="0"/>
          <a:chOff x="0" y="0"/>
          <a:chExt cx="0" cy="0"/>
        </a:xfrm>
      </p:grpSpPr>
      <p:sp>
        <p:nvSpPr>
          <p:cNvPr id="112" name="Google Shape;112;p20"/>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13" name="Google Shape;113;p20"/>
          <p:cNvSpPr/>
          <p:nvPr>
            <p:ph idx="2" type="pic"/>
          </p:nvPr>
        </p:nvSpPr>
        <p:spPr>
          <a:xfrm>
            <a:off x="6205225" y="1128325"/>
            <a:ext cx="2627100" cy="2273100"/>
          </a:xfrm>
          <a:prstGeom prst="rect">
            <a:avLst/>
          </a:prstGeom>
          <a:noFill/>
          <a:ln>
            <a:noFill/>
          </a:ln>
        </p:spPr>
      </p:sp>
      <p:sp>
        <p:nvSpPr>
          <p:cNvPr id="114" name="Google Shape;114;p20"/>
          <p:cNvSpPr/>
          <p:nvPr>
            <p:ph idx="3" type="pic"/>
          </p:nvPr>
        </p:nvSpPr>
        <p:spPr>
          <a:xfrm>
            <a:off x="311725" y="1128325"/>
            <a:ext cx="2627100" cy="2273100"/>
          </a:xfrm>
          <a:prstGeom prst="rect">
            <a:avLst/>
          </a:prstGeom>
          <a:noFill/>
          <a:ln>
            <a:noFill/>
          </a:ln>
        </p:spPr>
      </p:sp>
      <p:sp>
        <p:nvSpPr>
          <p:cNvPr id="115" name="Google Shape;115;p20"/>
          <p:cNvSpPr txBox="1"/>
          <p:nvPr>
            <p:ph idx="4" type="body"/>
          </p:nvPr>
        </p:nvSpPr>
        <p:spPr>
          <a:xfrm>
            <a:off x="6205225"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16" name="Google Shape;116;p20"/>
          <p:cNvSpPr/>
          <p:nvPr>
            <p:ph idx="5" type="pic"/>
          </p:nvPr>
        </p:nvSpPr>
        <p:spPr>
          <a:xfrm>
            <a:off x="3255250" y="1128325"/>
            <a:ext cx="2627100" cy="2273100"/>
          </a:xfrm>
          <a:prstGeom prst="rect">
            <a:avLst/>
          </a:prstGeom>
          <a:noFill/>
          <a:ln>
            <a:noFill/>
          </a:ln>
        </p:spPr>
      </p:sp>
      <p:sp>
        <p:nvSpPr>
          <p:cNvPr id="117" name="Google Shape;117;p20"/>
          <p:cNvSpPr txBox="1"/>
          <p:nvPr>
            <p:ph idx="6" type="body"/>
          </p:nvPr>
        </p:nvSpPr>
        <p:spPr>
          <a:xfrm>
            <a:off x="325525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18" name="Google Shape;118;p20"/>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20"/>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0" name="Google Shape;120;p2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7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21" name="Google Shape;121;p2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7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22" name="Google Shape;122;p2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7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23" name="Shape 123"/>
        <p:cNvGrpSpPr/>
        <p:nvPr/>
      </p:nvGrpSpPr>
      <p:grpSpPr>
        <a:xfrm>
          <a:off x="0" y="0"/>
          <a:ext cx="0" cy="0"/>
          <a:chOff x="0" y="0"/>
          <a:chExt cx="0" cy="0"/>
        </a:xfrm>
      </p:grpSpPr>
      <p:sp>
        <p:nvSpPr>
          <p:cNvPr id="124" name="Google Shape;124;p21"/>
          <p:cNvSpPr/>
          <p:nvPr>
            <p:ph idx="2" type="pic"/>
          </p:nvPr>
        </p:nvSpPr>
        <p:spPr>
          <a:xfrm>
            <a:off x="311700" y="445025"/>
            <a:ext cx="8520600" cy="4218300"/>
          </a:xfrm>
          <a:prstGeom prst="rect">
            <a:avLst/>
          </a:prstGeom>
          <a:noFill/>
          <a:ln>
            <a:noFill/>
          </a:ln>
        </p:spPr>
      </p:sp>
      <p:sp>
        <p:nvSpPr>
          <p:cNvPr id="125" name="Google Shape;125;p21"/>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26" name="Shape 126"/>
        <p:cNvGrpSpPr/>
        <p:nvPr/>
      </p:nvGrpSpPr>
      <p:grpSpPr>
        <a:xfrm>
          <a:off x="0" y="0"/>
          <a:ext cx="0" cy="0"/>
          <a:chOff x="0" y="0"/>
          <a:chExt cx="0" cy="0"/>
        </a:xfrm>
      </p:grpSpPr>
      <p:sp>
        <p:nvSpPr>
          <p:cNvPr id="127" name="Google Shape;127;p22"/>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8" name="Google Shape;128;p22"/>
          <p:cNvSpPr/>
          <p:nvPr>
            <p:ph idx="2" type="pic"/>
          </p:nvPr>
        </p:nvSpPr>
        <p:spPr>
          <a:xfrm>
            <a:off x="3389600" y="118913"/>
            <a:ext cx="1643700" cy="1535100"/>
          </a:xfrm>
          <a:prstGeom prst="rect">
            <a:avLst/>
          </a:prstGeom>
          <a:noFill/>
          <a:ln>
            <a:noFill/>
          </a:ln>
        </p:spPr>
      </p:sp>
      <p:sp>
        <p:nvSpPr>
          <p:cNvPr id="129" name="Google Shape;129;p22"/>
          <p:cNvSpPr/>
          <p:nvPr>
            <p:ph idx="3" type="pic"/>
          </p:nvPr>
        </p:nvSpPr>
        <p:spPr>
          <a:xfrm>
            <a:off x="5195935" y="118913"/>
            <a:ext cx="1643700" cy="1535100"/>
          </a:xfrm>
          <a:prstGeom prst="rect">
            <a:avLst/>
          </a:prstGeom>
          <a:noFill/>
          <a:ln>
            <a:noFill/>
          </a:ln>
        </p:spPr>
      </p:sp>
      <p:sp>
        <p:nvSpPr>
          <p:cNvPr id="130" name="Google Shape;130;p22"/>
          <p:cNvSpPr/>
          <p:nvPr>
            <p:ph idx="4" type="pic"/>
          </p:nvPr>
        </p:nvSpPr>
        <p:spPr>
          <a:xfrm>
            <a:off x="7002270" y="118913"/>
            <a:ext cx="1643700" cy="1535100"/>
          </a:xfrm>
          <a:prstGeom prst="rect">
            <a:avLst/>
          </a:prstGeom>
          <a:noFill/>
          <a:ln>
            <a:noFill/>
          </a:ln>
        </p:spPr>
      </p:sp>
      <p:sp>
        <p:nvSpPr>
          <p:cNvPr id="131" name="Google Shape;131;p22"/>
          <p:cNvSpPr/>
          <p:nvPr>
            <p:ph idx="5" type="pic"/>
          </p:nvPr>
        </p:nvSpPr>
        <p:spPr>
          <a:xfrm>
            <a:off x="3389588" y="1804212"/>
            <a:ext cx="1643700" cy="1535100"/>
          </a:xfrm>
          <a:prstGeom prst="rect">
            <a:avLst/>
          </a:prstGeom>
          <a:noFill/>
          <a:ln>
            <a:noFill/>
          </a:ln>
        </p:spPr>
      </p:sp>
      <p:sp>
        <p:nvSpPr>
          <p:cNvPr id="132" name="Google Shape;132;p22"/>
          <p:cNvSpPr/>
          <p:nvPr>
            <p:ph idx="6" type="pic"/>
          </p:nvPr>
        </p:nvSpPr>
        <p:spPr>
          <a:xfrm>
            <a:off x="5195922" y="1804212"/>
            <a:ext cx="1643700" cy="1535100"/>
          </a:xfrm>
          <a:prstGeom prst="rect">
            <a:avLst/>
          </a:prstGeom>
          <a:noFill/>
          <a:ln>
            <a:noFill/>
          </a:ln>
        </p:spPr>
      </p:sp>
      <p:sp>
        <p:nvSpPr>
          <p:cNvPr id="133" name="Google Shape;133;p22"/>
          <p:cNvSpPr/>
          <p:nvPr>
            <p:ph idx="7" type="pic"/>
          </p:nvPr>
        </p:nvSpPr>
        <p:spPr>
          <a:xfrm>
            <a:off x="7002257" y="1804212"/>
            <a:ext cx="1643700" cy="1535100"/>
          </a:xfrm>
          <a:prstGeom prst="rect">
            <a:avLst/>
          </a:prstGeom>
          <a:noFill/>
          <a:ln>
            <a:noFill/>
          </a:ln>
        </p:spPr>
      </p:sp>
      <p:sp>
        <p:nvSpPr>
          <p:cNvPr id="134" name="Google Shape;134;p2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5" name="Google Shape;135;p22"/>
          <p:cNvSpPr/>
          <p:nvPr>
            <p:ph idx="8" type="pic"/>
          </p:nvPr>
        </p:nvSpPr>
        <p:spPr>
          <a:xfrm>
            <a:off x="3389588" y="3489487"/>
            <a:ext cx="1643700" cy="1535100"/>
          </a:xfrm>
          <a:prstGeom prst="rect">
            <a:avLst/>
          </a:prstGeom>
          <a:noFill/>
          <a:ln>
            <a:noFill/>
          </a:ln>
        </p:spPr>
      </p:sp>
      <p:sp>
        <p:nvSpPr>
          <p:cNvPr id="136" name="Google Shape;136;p22"/>
          <p:cNvSpPr/>
          <p:nvPr>
            <p:ph idx="9" type="pic"/>
          </p:nvPr>
        </p:nvSpPr>
        <p:spPr>
          <a:xfrm>
            <a:off x="5195922" y="3489487"/>
            <a:ext cx="1643700" cy="1535100"/>
          </a:xfrm>
          <a:prstGeom prst="rect">
            <a:avLst/>
          </a:prstGeom>
          <a:noFill/>
          <a:ln>
            <a:noFill/>
          </a:ln>
        </p:spPr>
      </p:sp>
      <p:sp>
        <p:nvSpPr>
          <p:cNvPr id="137" name="Google Shape;137;p2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type="secHead">
  <p:cSld name="SECTION_HEADER">
    <p:bg>
      <p:bgPr>
        <a:solidFill>
          <a:schemeClr val="lt1"/>
        </a:solidFill>
      </p:bgPr>
    </p:bg>
    <p:spTree>
      <p:nvGrpSpPr>
        <p:cNvPr id="138" name="Shape 138"/>
        <p:cNvGrpSpPr/>
        <p:nvPr/>
      </p:nvGrpSpPr>
      <p:grpSpPr>
        <a:xfrm>
          <a:off x="0" y="0"/>
          <a:ext cx="0" cy="0"/>
          <a:chOff x="0" y="0"/>
          <a:chExt cx="0" cy="0"/>
        </a:xfrm>
      </p:grpSpPr>
      <p:grpSp>
        <p:nvGrpSpPr>
          <p:cNvPr id="139" name="Google Shape;139;p23"/>
          <p:cNvGrpSpPr/>
          <p:nvPr/>
        </p:nvGrpSpPr>
        <p:grpSpPr>
          <a:xfrm>
            <a:off x="75" y="256675"/>
            <a:ext cx="3798141" cy="1190474"/>
            <a:chOff x="75" y="256675"/>
            <a:chExt cx="3798141" cy="1190474"/>
          </a:xfrm>
        </p:grpSpPr>
        <p:sp>
          <p:nvSpPr>
            <p:cNvPr id="140" name="Google Shape;140;p23"/>
            <p:cNvSpPr/>
            <p:nvPr/>
          </p:nvSpPr>
          <p:spPr>
            <a:xfrm flipH="1" rot="10800000">
              <a:off x="75" y="256675"/>
              <a:ext cx="3798000" cy="1190400"/>
            </a:xfrm>
            <a:prstGeom prst="snip1Rect">
              <a:avLst>
                <a:gd fmla="val 35102"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Tight"/>
                <a:ea typeface="Inter Tight"/>
                <a:cs typeface="Inter Tight"/>
                <a:sym typeface="Inter Tight"/>
              </a:endParaRPr>
            </a:p>
          </p:txBody>
        </p:sp>
        <p:sp>
          <p:nvSpPr>
            <p:cNvPr id="141" name="Google Shape;141;p23"/>
            <p:cNvSpPr/>
            <p:nvPr/>
          </p:nvSpPr>
          <p:spPr>
            <a:xfrm flipH="1" rot="-10795068">
              <a:off x="3380016" y="1028349"/>
              <a:ext cx="418200" cy="418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latin typeface="Inter Tight"/>
                  <a:ea typeface="Inter Tight"/>
                  <a:cs typeface="Inter Tight"/>
                  <a:sym typeface="Inter Tight"/>
                </a:rPr>
                <a:t> </a:t>
              </a:r>
              <a:endParaRPr>
                <a:solidFill>
                  <a:schemeClr val="lt2"/>
                </a:solidFill>
                <a:latin typeface="Inter Tight"/>
                <a:ea typeface="Inter Tight"/>
                <a:cs typeface="Inter Tight"/>
                <a:sym typeface="Inter Tight"/>
              </a:endParaRPr>
            </a:p>
          </p:txBody>
        </p:sp>
      </p:grpSp>
      <p:sp>
        <p:nvSpPr>
          <p:cNvPr id="142" name="Google Shape;142;p23"/>
          <p:cNvSpPr txBox="1"/>
          <p:nvPr>
            <p:ph type="title"/>
          </p:nvPr>
        </p:nvSpPr>
        <p:spPr>
          <a:xfrm>
            <a:off x="333925" y="544250"/>
            <a:ext cx="3039900" cy="7212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43" name="Google Shape;143;p23"/>
          <p:cNvSpPr txBox="1"/>
          <p:nvPr>
            <p:ph idx="1" type="subTitle"/>
          </p:nvPr>
        </p:nvSpPr>
        <p:spPr>
          <a:xfrm>
            <a:off x="1149126" y="2348550"/>
            <a:ext cx="3234300" cy="433200"/>
          </a:xfrm>
          <a:prstGeom prst="rect">
            <a:avLst/>
          </a:prstGeom>
        </p:spPr>
        <p:txBody>
          <a:bodyPr anchorCtr="0" anchor="t" bIns="91425" lIns="91425" spcFirstLastPara="1" rIns="91425" wrap="square" tIns="91425">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p:txBody>
      </p:sp>
      <p:sp>
        <p:nvSpPr>
          <p:cNvPr id="144" name="Google Shape;144;p23"/>
          <p:cNvSpPr txBox="1"/>
          <p:nvPr>
            <p:ph idx="2" type="subTitle"/>
          </p:nvPr>
        </p:nvSpPr>
        <p:spPr>
          <a:xfrm>
            <a:off x="1149126" y="2802869"/>
            <a:ext cx="3234300" cy="433200"/>
          </a:xfrm>
          <a:prstGeom prst="rect">
            <a:avLst/>
          </a:prstGeom>
        </p:spPr>
        <p:txBody>
          <a:bodyPr anchorCtr="0" anchor="t" bIns="91425" lIns="91425" spcFirstLastPara="1" rIns="91425" wrap="square" tIns="91425">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p:txBody>
      </p:sp>
      <p:sp>
        <p:nvSpPr>
          <p:cNvPr id="145" name="Google Shape;145;p23"/>
          <p:cNvSpPr txBox="1"/>
          <p:nvPr>
            <p:ph idx="3" type="subTitle"/>
          </p:nvPr>
        </p:nvSpPr>
        <p:spPr>
          <a:xfrm>
            <a:off x="1149126" y="3257187"/>
            <a:ext cx="3234300" cy="433200"/>
          </a:xfrm>
          <a:prstGeom prst="rect">
            <a:avLst/>
          </a:prstGeom>
        </p:spPr>
        <p:txBody>
          <a:bodyPr anchorCtr="0" anchor="t" bIns="91425" lIns="91425" spcFirstLastPara="1" rIns="91425" wrap="square" tIns="91425">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p:txBody>
      </p:sp>
      <p:sp>
        <p:nvSpPr>
          <p:cNvPr id="146" name="Google Shape;146;p23"/>
          <p:cNvSpPr txBox="1"/>
          <p:nvPr>
            <p:ph idx="4" type="subTitle"/>
          </p:nvPr>
        </p:nvSpPr>
        <p:spPr>
          <a:xfrm>
            <a:off x="1149126" y="3711506"/>
            <a:ext cx="3234300" cy="433200"/>
          </a:xfrm>
          <a:prstGeom prst="rect">
            <a:avLst/>
          </a:prstGeom>
        </p:spPr>
        <p:txBody>
          <a:bodyPr anchorCtr="0" anchor="t" bIns="91425" lIns="91425" spcFirstLastPara="1" rIns="91425" wrap="square" tIns="91425">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p:txBody>
      </p:sp>
      <p:sp>
        <p:nvSpPr>
          <p:cNvPr id="147" name="Google Shape;147;p23"/>
          <p:cNvSpPr txBox="1"/>
          <p:nvPr>
            <p:ph idx="5" type="subTitle"/>
          </p:nvPr>
        </p:nvSpPr>
        <p:spPr>
          <a:xfrm>
            <a:off x="1149126" y="4165824"/>
            <a:ext cx="3234300" cy="433200"/>
          </a:xfrm>
          <a:prstGeom prst="rect">
            <a:avLst/>
          </a:prstGeom>
        </p:spPr>
        <p:txBody>
          <a:bodyPr anchorCtr="0" anchor="t" bIns="91425" lIns="91425" spcFirstLastPara="1" rIns="91425" wrap="square" tIns="91425">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p:txBody>
      </p:sp>
      <p:sp>
        <p:nvSpPr>
          <p:cNvPr id="148" name="Google Shape;148;p23"/>
          <p:cNvSpPr txBox="1"/>
          <p:nvPr>
            <p:ph idx="6" type="subTitle"/>
          </p:nvPr>
        </p:nvSpPr>
        <p:spPr>
          <a:xfrm>
            <a:off x="5327851" y="2348550"/>
            <a:ext cx="3234300" cy="433200"/>
          </a:xfrm>
          <a:prstGeom prst="rect">
            <a:avLst/>
          </a:prstGeom>
        </p:spPr>
        <p:txBody>
          <a:bodyPr anchorCtr="0" anchor="t" bIns="91425" lIns="91425" spcFirstLastPara="1" rIns="91425" wrap="square" tIns="91425">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p:txBody>
      </p:sp>
      <p:sp>
        <p:nvSpPr>
          <p:cNvPr id="149" name="Google Shape;149;p23"/>
          <p:cNvSpPr txBox="1"/>
          <p:nvPr>
            <p:ph idx="7" type="subTitle"/>
          </p:nvPr>
        </p:nvSpPr>
        <p:spPr>
          <a:xfrm>
            <a:off x="5327851" y="2802869"/>
            <a:ext cx="3234300" cy="433200"/>
          </a:xfrm>
          <a:prstGeom prst="rect">
            <a:avLst/>
          </a:prstGeom>
        </p:spPr>
        <p:txBody>
          <a:bodyPr anchorCtr="0" anchor="t" bIns="91425" lIns="91425" spcFirstLastPara="1" rIns="91425" wrap="square" tIns="91425">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p:txBody>
      </p:sp>
      <p:sp>
        <p:nvSpPr>
          <p:cNvPr id="150" name="Google Shape;150;p23"/>
          <p:cNvSpPr txBox="1"/>
          <p:nvPr>
            <p:ph idx="8" type="subTitle"/>
          </p:nvPr>
        </p:nvSpPr>
        <p:spPr>
          <a:xfrm>
            <a:off x="5327851" y="3257187"/>
            <a:ext cx="3234300" cy="433200"/>
          </a:xfrm>
          <a:prstGeom prst="rect">
            <a:avLst/>
          </a:prstGeom>
        </p:spPr>
        <p:txBody>
          <a:bodyPr anchorCtr="0" anchor="t" bIns="91425" lIns="91425" spcFirstLastPara="1" rIns="91425" wrap="square" tIns="91425">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p:txBody>
      </p:sp>
      <p:sp>
        <p:nvSpPr>
          <p:cNvPr id="151" name="Google Shape;151;p23"/>
          <p:cNvSpPr txBox="1"/>
          <p:nvPr>
            <p:ph idx="9" type="subTitle"/>
          </p:nvPr>
        </p:nvSpPr>
        <p:spPr>
          <a:xfrm>
            <a:off x="5327851" y="3711506"/>
            <a:ext cx="3234300" cy="433200"/>
          </a:xfrm>
          <a:prstGeom prst="rect">
            <a:avLst/>
          </a:prstGeom>
        </p:spPr>
        <p:txBody>
          <a:bodyPr anchorCtr="0" anchor="t" bIns="91425" lIns="91425" spcFirstLastPara="1" rIns="91425" wrap="square" tIns="91425">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p:txBody>
      </p:sp>
      <p:sp>
        <p:nvSpPr>
          <p:cNvPr id="152" name="Google Shape;152;p23"/>
          <p:cNvSpPr txBox="1"/>
          <p:nvPr>
            <p:ph idx="13" type="subTitle"/>
          </p:nvPr>
        </p:nvSpPr>
        <p:spPr>
          <a:xfrm>
            <a:off x="5327851" y="4165824"/>
            <a:ext cx="3234300" cy="433200"/>
          </a:xfrm>
          <a:prstGeom prst="rect">
            <a:avLst/>
          </a:prstGeom>
        </p:spPr>
        <p:txBody>
          <a:bodyPr anchorCtr="0" anchor="t" bIns="91425" lIns="91425" spcFirstLastPara="1" rIns="91425" wrap="square" tIns="91425">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and images" type="tx">
  <p:cSld name="TITLE_AND_BODY">
    <p:bg>
      <p:bgPr>
        <a:solidFill>
          <a:schemeClr val="lt1"/>
        </a:solidFill>
      </p:bgPr>
    </p:bg>
    <p:spTree>
      <p:nvGrpSpPr>
        <p:cNvPr id="153" name="Shape 153"/>
        <p:cNvGrpSpPr/>
        <p:nvPr/>
      </p:nvGrpSpPr>
      <p:grpSpPr>
        <a:xfrm>
          <a:off x="0" y="0"/>
          <a:ext cx="0" cy="0"/>
          <a:chOff x="0" y="0"/>
          <a:chExt cx="0" cy="0"/>
        </a:xfrm>
      </p:grpSpPr>
      <p:sp>
        <p:nvSpPr>
          <p:cNvPr id="154" name="Google Shape;154;p24"/>
          <p:cNvSpPr/>
          <p:nvPr>
            <p:ph idx="2" type="pic"/>
          </p:nvPr>
        </p:nvSpPr>
        <p:spPr>
          <a:xfrm rot="299990">
            <a:off x="716131" y="2331244"/>
            <a:ext cx="3686628" cy="2455534"/>
          </a:xfrm>
          <a:prstGeom prst="snip1Rect">
            <a:avLst>
              <a:gd fmla="val 16667" name="adj"/>
            </a:avLst>
          </a:prstGeom>
          <a:noFill/>
          <a:ln>
            <a:noFill/>
          </a:ln>
        </p:spPr>
      </p:sp>
      <p:sp>
        <p:nvSpPr>
          <p:cNvPr id="155" name="Google Shape;155;p24"/>
          <p:cNvSpPr/>
          <p:nvPr>
            <p:ph idx="3" type="pic"/>
          </p:nvPr>
        </p:nvSpPr>
        <p:spPr>
          <a:xfrm rot="-300269">
            <a:off x="4741294" y="2331368"/>
            <a:ext cx="3686654" cy="2455534"/>
          </a:xfrm>
          <a:prstGeom prst="snip1Rect">
            <a:avLst>
              <a:gd fmla="val 16667" name="adj"/>
            </a:avLst>
          </a:prstGeom>
          <a:noFill/>
          <a:ln>
            <a:noFill/>
          </a:ln>
        </p:spPr>
      </p:sp>
      <p:sp>
        <p:nvSpPr>
          <p:cNvPr id="156" name="Google Shape;156;p24"/>
          <p:cNvSpPr txBox="1"/>
          <p:nvPr>
            <p:ph type="title"/>
          </p:nvPr>
        </p:nvSpPr>
        <p:spPr>
          <a:xfrm>
            <a:off x="333925" y="587150"/>
            <a:ext cx="8475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7" name="Google Shape;157;p24"/>
          <p:cNvSpPr txBox="1"/>
          <p:nvPr>
            <p:ph idx="1" type="body"/>
          </p:nvPr>
        </p:nvSpPr>
        <p:spPr>
          <a:xfrm>
            <a:off x="333925" y="1163150"/>
            <a:ext cx="8475600" cy="7080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158" name="Google Shape;158;p24"/>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rtl="0" algn="r">
              <a:buNone/>
              <a:defRPr/>
            </a:lvl1pPr>
            <a:lvl2pPr lvl="1" rtl="0" algn="r">
              <a:buNone/>
              <a:defRPr/>
            </a:lvl2pPr>
            <a:lvl3pPr lvl="2" rtl="0" algn="r">
              <a:buNone/>
              <a:defRPr/>
            </a:lvl3pPr>
            <a:lvl4pPr lvl="3" rtl="0" algn="r">
              <a:buNone/>
              <a:defRPr/>
            </a:lvl4pPr>
            <a:lvl5pPr lvl="4" rtl="0" algn="r">
              <a:buNone/>
              <a:defRPr/>
            </a:lvl5pPr>
            <a:lvl6pPr lvl="5" rtl="0" algn="r">
              <a:buNone/>
              <a:defRPr/>
            </a:lvl6pPr>
            <a:lvl7pPr lvl="6" rtl="0" algn="r">
              <a:buNone/>
              <a:defRPr/>
            </a:lvl7pPr>
            <a:lvl8pPr lvl="7" rtl="0" algn="r">
              <a:buNone/>
              <a:defRPr/>
            </a:lvl8pPr>
            <a:lvl9pPr lvl="8" rtl="0" algn="r">
              <a:buNone/>
              <a:defRPr/>
            </a:lvl9pPr>
          </a:lstStyle>
          <a:p>
            <a:pPr indent="0" lvl="0" marL="0" rtl="0" algn="r">
              <a:spcBef>
                <a:spcPts val="0"/>
              </a:spcBef>
              <a:spcAft>
                <a:spcPts val="0"/>
              </a:spcAft>
              <a:buNone/>
            </a:pPr>
            <a:fld id="{00000000-1234-1234-1234-123412341234}" type="slidenum">
              <a:rPr lang="en"/>
              <a:t>‹#›</a:t>
            </a:fld>
            <a:endParaRPr/>
          </a:p>
        </p:txBody>
      </p:sp>
      <p:sp>
        <p:nvSpPr>
          <p:cNvPr id="159" name="Google Shape;159;p24"/>
          <p:cNvSpPr txBox="1"/>
          <p:nvPr>
            <p:ph idx="4"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160" name="Google Shape;160;p24"/>
          <p:cNvSpPr txBox="1"/>
          <p:nvPr>
            <p:ph idx="5"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p:cSld name="TITLE_AND_BODY_1">
    <p:bg>
      <p:bgPr>
        <a:solidFill>
          <a:schemeClr val="lt1"/>
        </a:solidFill>
      </p:bgPr>
    </p:bg>
    <p:spTree>
      <p:nvGrpSpPr>
        <p:cNvPr id="161" name="Shape 161"/>
        <p:cNvGrpSpPr/>
        <p:nvPr/>
      </p:nvGrpSpPr>
      <p:grpSpPr>
        <a:xfrm>
          <a:off x="0" y="0"/>
          <a:ext cx="0" cy="0"/>
          <a:chOff x="0" y="0"/>
          <a:chExt cx="0" cy="0"/>
        </a:xfrm>
      </p:grpSpPr>
      <p:sp>
        <p:nvSpPr>
          <p:cNvPr id="162" name="Google Shape;162;p25"/>
          <p:cNvSpPr/>
          <p:nvPr>
            <p:ph idx="2" type="pic"/>
          </p:nvPr>
        </p:nvSpPr>
        <p:spPr>
          <a:xfrm rot="299990">
            <a:off x="716131" y="2331244"/>
            <a:ext cx="3686628" cy="2455534"/>
          </a:xfrm>
          <a:prstGeom prst="snip1Rect">
            <a:avLst>
              <a:gd fmla="val 16667" name="adj"/>
            </a:avLst>
          </a:prstGeom>
          <a:noFill/>
          <a:ln>
            <a:noFill/>
          </a:ln>
        </p:spPr>
      </p:sp>
      <p:sp>
        <p:nvSpPr>
          <p:cNvPr id="163" name="Google Shape;163;p25"/>
          <p:cNvSpPr/>
          <p:nvPr>
            <p:ph idx="3" type="pic"/>
          </p:nvPr>
        </p:nvSpPr>
        <p:spPr>
          <a:xfrm rot="-300269">
            <a:off x="4741294" y="2331368"/>
            <a:ext cx="3686654" cy="2455534"/>
          </a:xfrm>
          <a:prstGeom prst="snip1Rect">
            <a:avLst>
              <a:gd fmla="val 16667" name="adj"/>
            </a:avLst>
          </a:prstGeom>
          <a:noFill/>
          <a:ln>
            <a:noFill/>
          </a:ln>
        </p:spPr>
      </p:sp>
      <p:sp>
        <p:nvSpPr>
          <p:cNvPr id="164" name="Google Shape;164;p25"/>
          <p:cNvSpPr txBox="1"/>
          <p:nvPr>
            <p:ph type="title"/>
          </p:nvPr>
        </p:nvSpPr>
        <p:spPr>
          <a:xfrm>
            <a:off x="333925" y="587150"/>
            <a:ext cx="8475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5" name="Google Shape;165;p25"/>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rtl="0" algn="r">
              <a:buNone/>
              <a:defRPr/>
            </a:lvl1pPr>
            <a:lvl2pPr lvl="1" rtl="0" algn="r">
              <a:buNone/>
              <a:defRPr/>
            </a:lvl2pPr>
            <a:lvl3pPr lvl="2" rtl="0" algn="r">
              <a:buNone/>
              <a:defRPr/>
            </a:lvl3pPr>
            <a:lvl4pPr lvl="3" rtl="0" algn="r">
              <a:buNone/>
              <a:defRPr/>
            </a:lvl4pPr>
            <a:lvl5pPr lvl="4" rtl="0" algn="r">
              <a:buNone/>
              <a:defRPr/>
            </a:lvl5pPr>
            <a:lvl6pPr lvl="5" rtl="0" algn="r">
              <a:buNone/>
              <a:defRPr/>
            </a:lvl6pPr>
            <a:lvl7pPr lvl="6" rtl="0" algn="r">
              <a:buNone/>
              <a:defRPr/>
            </a:lvl7pPr>
            <a:lvl8pPr lvl="7" rtl="0" algn="r">
              <a:buNone/>
              <a:defRPr/>
            </a:lvl8pPr>
            <a:lvl9pPr lvl="8" rtl="0" algn="r">
              <a:buNone/>
              <a:defRPr/>
            </a:lvl9pPr>
          </a:lstStyle>
          <a:p>
            <a:pPr indent="0" lvl="0" marL="0" rtl="0" algn="r">
              <a:spcBef>
                <a:spcPts val="0"/>
              </a:spcBef>
              <a:spcAft>
                <a:spcPts val="0"/>
              </a:spcAft>
              <a:buNone/>
            </a:pPr>
            <a:fld id="{00000000-1234-1234-1234-123412341234}" type="slidenum">
              <a:rPr lang="en"/>
              <a:t>‹#›</a:t>
            </a:fld>
            <a:endParaRPr/>
          </a:p>
        </p:txBody>
      </p:sp>
      <p:sp>
        <p:nvSpPr>
          <p:cNvPr id="166" name="Google Shape;166;p25"/>
          <p:cNvSpPr txBox="1"/>
          <p:nvPr>
            <p:ph idx="1" type="subTitle"/>
          </p:nvPr>
        </p:nvSpPr>
        <p:spPr>
          <a:xfrm>
            <a:off x="381082" y="1182925"/>
            <a:ext cx="4149000" cy="354000"/>
          </a:xfrm>
          <a:prstGeom prst="rect">
            <a:avLst/>
          </a:prstGeom>
        </p:spPr>
        <p:txBody>
          <a:bodyPr anchorCtr="0" anchor="t" bIns="91425" lIns="91425" spcFirstLastPara="1" rIns="91425" wrap="square" tIns="91425">
            <a:spAutoFit/>
          </a:bodyPr>
          <a:lstStyle>
            <a:lvl1pPr lvl="0">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p:txBody>
      </p:sp>
      <p:sp>
        <p:nvSpPr>
          <p:cNvPr id="167" name="Google Shape;167;p25"/>
          <p:cNvSpPr txBox="1"/>
          <p:nvPr>
            <p:ph idx="4" type="body"/>
          </p:nvPr>
        </p:nvSpPr>
        <p:spPr>
          <a:xfrm>
            <a:off x="381082" y="1521627"/>
            <a:ext cx="4149000" cy="646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68" name="Google Shape;168;p25"/>
          <p:cNvSpPr txBox="1"/>
          <p:nvPr>
            <p:ph idx="5" type="subTitle"/>
          </p:nvPr>
        </p:nvSpPr>
        <p:spPr>
          <a:xfrm>
            <a:off x="4566932" y="1182925"/>
            <a:ext cx="4149000" cy="354000"/>
          </a:xfrm>
          <a:prstGeom prst="rect">
            <a:avLst/>
          </a:prstGeom>
        </p:spPr>
        <p:txBody>
          <a:bodyPr anchorCtr="0" anchor="t" bIns="91425" lIns="91425" spcFirstLastPara="1" rIns="91425" wrap="square" tIns="91425">
            <a:spAutoFit/>
          </a:bodyPr>
          <a:lstStyle>
            <a:lvl1pPr lvl="0">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p:txBody>
      </p:sp>
      <p:sp>
        <p:nvSpPr>
          <p:cNvPr id="169" name="Google Shape;169;p25"/>
          <p:cNvSpPr txBox="1"/>
          <p:nvPr>
            <p:ph idx="6" type="body"/>
          </p:nvPr>
        </p:nvSpPr>
        <p:spPr>
          <a:xfrm>
            <a:off x="4566932" y="1521627"/>
            <a:ext cx="4149000" cy="646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70" name="Google Shape;170;p25"/>
          <p:cNvSpPr txBox="1"/>
          <p:nvPr>
            <p:ph idx="7"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171" name="Google Shape;171;p25"/>
          <p:cNvSpPr txBox="1"/>
          <p:nvPr>
            <p:ph idx="8"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type="twoColTx">
  <p:cSld name="TITLE_AND_TWO_COLUMNS">
    <p:bg>
      <p:bgPr>
        <a:solidFill>
          <a:schemeClr val="lt1"/>
        </a:solidFill>
      </p:bgPr>
    </p:bg>
    <p:spTree>
      <p:nvGrpSpPr>
        <p:cNvPr id="172" name="Shape 172"/>
        <p:cNvGrpSpPr/>
        <p:nvPr/>
      </p:nvGrpSpPr>
      <p:grpSpPr>
        <a:xfrm>
          <a:off x="0" y="0"/>
          <a:ext cx="0" cy="0"/>
          <a:chOff x="0" y="0"/>
          <a:chExt cx="0" cy="0"/>
        </a:xfrm>
      </p:grpSpPr>
      <p:grpSp>
        <p:nvGrpSpPr>
          <p:cNvPr id="173" name="Google Shape;173;p26"/>
          <p:cNvGrpSpPr/>
          <p:nvPr/>
        </p:nvGrpSpPr>
        <p:grpSpPr>
          <a:xfrm>
            <a:off x="0" y="-444900"/>
            <a:ext cx="9144000" cy="5588500"/>
            <a:chOff x="0" y="-444900"/>
            <a:chExt cx="9144000" cy="5588500"/>
          </a:xfrm>
        </p:grpSpPr>
        <p:grpSp>
          <p:nvGrpSpPr>
            <p:cNvPr id="174" name="Google Shape;174;p26"/>
            <p:cNvGrpSpPr/>
            <p:nvPr/>
          </p:nvGrpSpPr>
          <p:grpSpPr>
            <a:xfrm>
              <a:off x="0" y="100"/>
              <a:ext cx="9144000" cy="5143500"/>
              <a:chOff x="0" y="100"/>
              <a:chExt cx="9144000" cy="5143500"/>
            </a:xfrm>
          </p:grpSpPr>
          <p:sp>
            <p:nvSpPr>
              <p:cNvPr id="175" name="Google Shape;175;p26"/>
              <p:cNvSpPr/>
              <p:nvPr/>
            </p:nvSpPr>
            <p:spPr>
              <a:xfrm>
                <a:off x="0" y="100"/>
                <a:ext cx="9144000" cy="5143500"/>
              </a:xfrm>
              <a:prstGeom prst="snip1Rect">
                <a:avLst>
                  <a:gd fmla="val 40868"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Inter Tight"/>
                  <a:ea typeface="Inter Tight"/>
                  <a:cs typeface="Inter Tight"/>
                  <a:sym typeface="Inter Tight"/>
                </a:endParaRPr>
              </a:p>
            </p:txBody>
          </p:sp>
          <p:sp>
            <p:nvSpPr>
              <p:cNvPr id="176" name="Google Shape;176;p26"/>
              <p:cNvSpPr/>
              <p:nvPr/>
            </p:nvSpPr>
            <p:spPr>
              <a:xfrm rot="10800000">
                <a:off x="7036475" y="1219850"/>
                <a:ext cx="2107500" cy="186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Inter Tight"/>
                  <a:ea typeface="Inter Tight"/>
                  <a:cs typeface="Inter Tight"/>
                  <a:sym typeface="Inter Tight"/>
                </a:endParaRPr>
              </a:p>
            </p:txBody>
          </p:sp>
        </p:grpSp>
        <p:sp>
          <p:nvSpPr>
            <p:cNvPr id="177" name="Google Shape;177;p26"/>
            <p:cNvSpPr/>
            <p:nvPr/>
          </p:nvSpPr>
          <p:spPr>
            <a:xfrm flipH="1" rot="4500068">
              <a:off x="7230762" y="-248045"/>
              <a:ext cx="1723726" cy="1714991"/>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latin typeface="Inter Tight SemiBold"/>
                  <a:ea typeface="Inter Tight SemiBold"/>
                  <a:cs typeface="Inter Tight SemiBold"/>
                  <a:sym typeface="Inter Tight SemiBold"/>
                </a:rPr>
                <a:t> </a:t>
              </a:r>
              <a:endParaRPr>
                <a:solidFill>
                  <a:schemeClr val="lt2"/>
                </a:solidFill>
                <a:latin typeface="Inter Tight SemiBold"/>
                <a:ea typeface="Inter Tight SemiBold"/>
                <a:cs typeface="Inter Tight SemiBold"/>
                <a:sym typeface="Inter Tight SemiBold"/>
              </a:endParaRPr>
            </a:p>
          </p:txBody>
        </p:sp>
      </p:grpSp>
      <p:sp>
        <p:nvSpPr>
          <p:cNvPr id="178" name="Google Shape;178;p26"/>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79" name="Google Shape;179;p26"/>
          <p:cNvSpPr txBox="1"/>
          <p:nvPr>
            <p:ph type="title"/>
          </p:nvPr>
        </p:nvSpPr>
        <p:spPr>
          <a:xfrm>
            <a:off x="2479675" y="1637413"/>
            <a:ext cx="4184700" cy="5727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80" name="Google Shape;180;p26"/>
          <p:cNvSpPr txBox="1"/>
          <p:nvPr>
            <p:ph idx="1" type="body"/>
          </p:nvPr>
        </p:nvSpPr>
        <p:spPr>
          <a:xfrm>
            <a:off x="2479675" y="2291377"/>
            <a:ext cx="4184700" cy="22881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Clr>
                <a:schemeClr val="lt1"/>
              </a:buClr>
              <a:buSzPts val="1700"/>
              <a:buChar char="●"/>
              <a:defRPr>
                <a:solidFill>
                  <a:schemeClr val="lt1"/>
                </a:solidFill>
              </a:defRPr>
            </a:lvl1pPr>
            <a:lvl2pPr indent="-336550" lvl="1" marL="914400">
              <a:spcBef>
                <a:spcPts val="0"/>
              </a:spcBef>
              <a:spcAft>
                <a:spcPts val="0"/>
              </a:spcAft>
              <a:buClr>
                <a:schemeClr val="lt1"/>
              </a:buClr>
              <a:buSzPts val="1700"/>
              <a:buChar char="○"/>
              <a:defRPr>
                <a:solidFill>
                  <a:schemeClr val="lt1"/>
                </a:solidFill>
              </a:defRPr>
            </a:lvl2pPr>
            <a:lvl3pPr indent="-336550" lvl="2" marL="1371600">
              <a:spcBef>
                <a:spcPts val="0"/>
              </a:spcBef>
              <a:spcAft>
                <a:spcPts val="0"/>
              </a:spcAft>
              <a:buClr>
                <a:schemeClr val="lt1"/>
              </a:buClr>
              <a:buSzPts val="1700"/>
              <a:buChar char="■"/>
              <a:defRPr>
                <a:solidFill>
                  <a:schemeClr val="lt1"/>
                </a:solidFill>
              </a:defRPr>
            </a:lvl3pPr>
            <a:lvl4pPr indent="-336550" lvl="3" marL="1828800">
              <a:spcBef>
                <a:spcPts val="0"/>
              </a:spcBef>
              <a:spcAft>
                <a:spcPts val="0"/>
              </a:spcAft>
              <a:buClr>
                <a:schemeClr val="lt1"/>
              </a:buClr>
              <a:buSzPts val="1700"/>
              <a:buChar char="●"/>
              <a:defRPr>
                <a:solidFill>
                  <a:schemeClr val="lt1"/>
                </a:solidFill>
              </a:defRPr>
            </a:lvl4pPr>
            <a:lvl5pPr indent="-336550" lvl="4" marL="2286000">
              <a:spcBef>
                <a:spcPts val="0"/>
              </a:spcBef>
              <a:spcAft>
                <a:spcPts val="0"/>
              </a:spcAft>
              <a:buClr>
                <a:schemeClr val="lt1"/>
              </a:buClr>
              <a:buSzPts val="1700"/>
              <a:buChar char="○"/>
              <a:defRPr>
                <a:solidFill>
                  <a:schemeClr val="lt1"/>
                </a:solidFill>
              </a:defRPr>
            </a:lvl5pPr>
            <a:lvl6pPr indent="-336550" lvl="5" marL="2743200">
              <a:spcBef>
                <a:spcPts val="0"/>
              </a:spcBef>
              <a:spcAft>
                <a:spcPts val="0"/>
              </a:spcAft>
              <a:buClr>
                <a:schemeClr val="lt1"/>
              </a:buClr>
              <a:buSzPts val="1700"/>
              <a:buChar char="■"/>
              <a:defRPr>
                <a:solidFill>
                  <a:schemeClr val="lt1"/>
                </a:solidFill>
              </a:defRPr>
            </a:lvl6pPr>
            <a:lvl7pPr indent="-336550" lvl="6" marL="3200400">
              <a:spcBef>
                <a:spcPts val="0"/>
              </a:spcBef>
              <a:spcAft>
                <a:spcPts val="0"/>
              </a:spcAft>
              <a:buClr>
                <a:schemeClr val="lt1"/>
              </a:buClr>
              <a:buSzPts val="1700"/>
              <a:buChar char="●"/>
              <a:defRPr>
                <a:solidFill>
                  <a:schemeClr val="lt1"/>
                </a:solidFill>
              </a:defRPr>
            </a:lvl7pPr>
            <a:lvl8pPr indent="-336550" lvl="7" marL="3657600">
              <a:spcBef>
                <a:spcPts val="0"/>
              </a:spcBef>
              <a:spcAft>
                <a:spcPts val="0"/>
              </a:spcAft>
              <a:buClr>
                <a:schemeClr val="lt1"/>
              </a:buClr>
              <a:buSzPts val="1700"/>
              <a:buChar char="○"/>
              <a:defRPr>
                <a:solidFill>
                  <a:schemeClr val="lt1"/>
                </a:solidFill>
              </a:defRPr>
            </a:lvl8pPr>
            <a:lvl9pPr indent="-336550" lvl="8" marL="4114800">
              <a:spcBef>
                <a:spcPts val="0"/>
              </a:spcBef>
              <a:spcAft>
                <a:spcPts val="0"/>
              </a:spcAft>
              <a:buClr>
                <a:schemeClr val="lt1"/>
              </a:buClr>
              <a:buSzPts val="1700"/>
              <a:buChar char="■"/>
              <a:defRPr>
                <a:solidFill>
                  <a:schemeClr val="lt1"/>
                </a:solidFill>
              </a:defRPr>
            </a:lvl9pPr>
          </a:lstStyle>
          <a:p/>
        </p:txBody>
      </p:sp>
      <p:sp>
        <p:nvSpPr>
          <p:cNvPr id="181" name="Google Shape;181;p26"/>
          <p:cNvSpPr txBox="1"/>
          <p:nvPr>
            <p:ph idx="2"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
        <p:nvSpPr>
          <p:cNvPr id="182" name="Google Shape;182;p26"/>
          <p:cNvSpPr txBox="1"/>
          <p:nvPr>
            <p:ph idx="3"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type="titleOnly">
  <p:cSld name="TITLE_ONLY">
    <p:bg>
      <p:bgPr>
        <a:solidFill>
          <a:schemeClr val="lt1"/>
        </a:solidFill>
      </p:bgPr>
    </p:bg>
    <p:spTree>
      <p:nvGrpSpPr>
        <p:cNvPr id="183" name="Shape 183"/>
        <p:cNvGrpSpPr/>
        <p:nvPr/>
      </p:nvGrpSpPr>
      <p:grpSpPr>
        <a:xfrm>
          <a:off x="0" y="0"/>
          <a:ext cx="0" cy="0"/>
          <a:chOff x="0" y="0"/>
          <a:chExt cx="0" cy="0"/>
        </a:xfrm>
      </p:grpSpPr>
      <p:sp>
        <p:nvSpPr>
          <p:cNvPr id="184" name="Google Shape;184;p27"/>
          <p:cNvSpPr/>
          <p:nvPr>
            <p:ph idx="2" type="pic"/>
          </p:nvPr>
        </p:nvSpPr>
        <p:spPr>
          <a:xfrm rot="299866">
            <a:off x="764484" y="2679783"/>
            <a:ext cx="1938771" cy="1938771"/>
          </a:xfrm>
          <a:prstGeom prst="snip1Rect">
            <a:avLst>
              <a:gd fmla="val 16667" name="adj"/>
            </a:avLst>
          </a:prstGeom>
          <a:noFill/>
          <a:ln>
            <a:noFill/>
          </a:ln>
        </p:spPr>
      </p:sp>
      <p:sp>
        <p:nvSpPr>
          <p:cNvPr id="185" name="Google Shape;185;p27"/>
          <p:cNvSpPr/>
          <p:nvPr>
            <p:ph idx="3" type="pic"/>
          </p:nvPr>
        </p:nvSpPr>
        <p:spPr>
          <a:xfrm rot="-299913">
            <a:off x="3602840" y="2620826"/>
            <a:ext cx="1938472" cy="1938472"/>
          </a:xfrm>
          <a:prstGeom prst="snip1Rect">
            <a:avLst>
              <a:gd fmla="val 16667" name="adj"/>
            </a:avLst>
          </a:prstGeom>
          <a:noFill/>
          <a:ln>
            <a:noFill/>
          </a:ln>
        </p:spPr>
      </p:sp>
      <p:sp>
        <p:nvSpPr>
          <p:cNvPr id="186" name="Google Shape;186;p27"/>
          <p:cNvSpPr/>
          <p:nvPr>
            <p:ph idx="4" type="pic"/>
          </p:nvPr>
        </p:nvSpPr>
        <p:spPr>
          <a:xfrm rot="299913">
            <a:off x="6440891" y="2679947"/>
            <a:ext cx="1938472" cy="1938472"/>
          </a:xfrm>
          <a:prstGeom prst="snip1Rect">
            <a:avLst>
              <a:gd fmla="val 16667" name="adj"/>
            </a:avLst>
          </a:prstGeom>
          <a:noFill/>
          <a:ln>
            <a:noFill/>
          </a:ln>
        </p:spPr>
      </p:sp>
      <p:sp>
        <p:nvSpPr>
          <p:cNvPr id="187" name="Google Shape;187;p27"/>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88" name="Google Shape;188;p27"/>
          <p:cNvSpPr txBox="1"/>
          <p:nvPr>
            <p:ph idx="1" type="subTitle"/>
          </p:nvPr>
        </p:nvSpPr>
        <p:spPr>
          <a:xfrm>
            <a:off x="381063" y="1182922"/>
            <a:ext cx="2705400" cy="354000"/>
          </a:xfrm>
          <a:prstGeom prst="rect">
            <a:avLst/>
          </a:prstGeom>
        </p:spPr>
        <p:txBody>
          <a:bodyPr anchorCtr="0" anchor="t" bIns="91425" lIns="91425" spcFirstLastPara="1" rIns="91425" wrap="square" tIns="91425">
            <a:spAutoFit/>
          </a:bodyPr>
          <a:lstStyle>
            <a:lvl1pPr lvl="0">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p:txBody>
      </p:sp>
      <p:sp>
        <p:nvSpPr>
          <p:cNvPr id="189" name="Google Shape;189;p27"/>
          <p:cNvSpPr txBox="1"/>
          <p:nvPr>
            <p:ph idx="5" type="body"/>
          </p:nvPr>
        </p:nvSpPr>
        <p:spPr>
          <a:xfrm>
            <a:off x="381063" y="1521625"/>
            <a:ext cx="2705400" cy="646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90" name="Google Shape;190;p27"/>
          <p:cNvSpPr txBox="1"/>
          <p:nvPr>
            <p:ph idx="6" type="subTitle"/>
          </p:nvPr>
        </p:nvSpPr>
        <p:spPr>
          <a:xfrm>
            <a:off x="3219300" y="1182922"/>
            <a:ext cx="2705400" cy="354000"/>
          </a:xfrm>
          <a:prstGeom prst="rect">
            <a:avLst/>
          </a:prstGeom>
        </p:spPr>
        <p:txBody>
          <a:bodyPr anchorCtr="0" anchor="t" bIns="91425" lIns="91425" spcFirstLastPara="1" rIns="91425" wrap="square" tIns="91425">
            <a:spAutoFit/>
          </a:bodyPr>
          <a:lstStyle>
            <a:lvl1pPr lvl="0">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p:txBody>
      </p:sp>
      <p:sp>
        <p:nvSpPr>
          <p:cNvPr id="191" name="Google Shape;191;p27"/>
          <p:cNvSpPr txBox="1"/>
          <p:nvPr>
            <p:ph idx="7" type="body"/>
          </p:nvPr>
        </p:nvSpPr>
        <p:spPr>
          <a:xfrm>
            <a:off x="3219300" y="1521625"/>
            <a:ext cx="2705400" cy="646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92" name="Google Shape;192;p27"/>
          <p:cNvSpPr txBox="1"/>
          <p:nvPr>
            <p:ph idx="8" type="subTitle"/>
          </p:nvPr>
        </p:nvSpPr>
        <p:spPr>
          <a:xfrm>
            <a:off x="6057538" y="1182922"/>
            <a:ext cx="2705400" cy="354000"/>
          </a:xfrm>
          <a:prstGeom prst="rect">
            <a:avLst/>
          </a:prstGeom>
        </p:spPr>
        <p:txBody>
          <a:bodyPr anchorCtr="0" anchor="t" bIns="91425" lIns="91425" spcFirstLastPara="1" rIns="91425" wrap="square" tIns="91425">
            <a:spAutoFit/>
          </a:bodyPr>
          <a:lstStyle>
            <a:lvl1pPr lvl="0">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p:txBody>
      </p:sp>
      <p:sp>
        <p:nvSpPr>
          <p:cNvPr id="193" name="Google Shape;193;p27"/>
          <p:cNvSpPr txBox="1"/>
          <p:nvPr>
            <p:ph idx="9" type="body"/>
          </p:nvPr>
        </p:nvSpPr>
        <p:spPr>
          <a:xfrm>
            <a:off x="6057538" y="1521625"/>
            <a:ext cx="2705400" cy="646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94" name="Google Shape;194;p27"/>
          <p:cNvSpPr txBox="1"/>
          <p:nvPr>
            <p:ph type="title"/>
          </p:nvPr>
        </p:nvSpPr>
        <p:spPr>
          <a:xfrm>
            <a:off x="333925" y="587150"/>
            <a:ext cx="8475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5" name="Google Shape;195;p27"/>
          <p:cNvSpPr txBox="1"/>
          <p:nvPr>
            <p:ph idx="13"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196" name="Google Shape;196;p27"/>
          <p:cNvSpPr txBox="1"/>
          <p:nvPr>
            <p:ph idx="14"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and image 1">
  <p:cSld name="ONE_COLUMN_TEXT">
    <p:bg>
      <p:bgPr>
        <a:solidFill>
          <a:schemeClr val="lt1"/>
        </a:solidFill>
      </p:bgPr>
    </p:bg>
    <p:spTree>
      <p:nvGrpSpPr>
        <p:cNvPr id="197" name="Shape 197"/>
        <p:cNvGrpSpPr/>
        <p:nvPr/>
      </p:nvGrpSpPr>
      <p:grpSpPr>
        <a:xfrm>
          <a:off x="0" y="0"/>
          <a:ext cx="0" cy="0"/>
          <a:chOff x="0" y="0"/>
          <a:chExt cx="0" cy="0"/>
        </a:xfrm>
      </p:grpSpPr>
      <p:sp>
        <p:nvSpPr>
          <p:cNvPr id="198" name="Google Shape;198;p28"/>
          <p:cNvSpPr/>
          <p:nvPr>
            <p:ph idx="2" type="pic"/>
          </p:nvPr>
        </p:nvSpPr>
        <p:spPr>
          <a:xfrm>
            <a:off x="434125" y="2147825"/>
            <a:ext cx="8275200" cy="2679300"/>
          </a:xfrm>
          <a:prstGeom prst="snip1Rect">
            <a:avLst>
              <a:gd fmla="val 29467" name="adj"/>
            </a:avLst>
          </a:prstGeom>
          <a:noFill/>
          <a:ln>
            <a:noFill/>
          </a:ln>
        </p:spPr>
      </p:sp>
      <p:sp>
        <p:nvSpPr>
          <p:cNvPr id="199" name="Google Shape;199;p28"/>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00" name="Google Shape;200;p28"/>
          <p:cNvSpPr txBox="1"/>
          <p:nvPr>
            <p:ph type="title"/>
          </p:nvPr>
        </p:nvSpPr>
        <p:spPr>
          <a:xfrm>
            <a:off x="333925" y="587150"/>
            <a:ext cx="8475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1" name="Google Shape;201;p28"/>
          <p:cNvSpPr txBox="1"/>
          <p:nvPr>
            <p:ph idx="1" type="body"/>
          </p:nvPr>
        </p:nvSpPr>
        <p:spPr>
          <a:xfrm>
            <a:off x="333925" y="1163150"/>
            <a:ext cx="8475600" cy="7080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202" name="Google Shape;202;p28"/>
          <p:cNvSpPr txBox="1"/>
          <p:nvPr>
            <p:ph idx="3"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203" name="Google Shape;203;p28"/>
          <p:cNvSpPr txBox="1"/>
          <p:nvPr>
            <p:ph idx="4"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extLst>
    <p:ext uri="{DCECCB84-F9BA-43D5-87BE-67443E8EF086}">
      <p15:sldGuideLst>
        <p15:guide id="1" pos="273">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active pop-up left">
  <p:cSld name="ONE_COLUMN_TEXT_1">
    <p:bg>
      <p:bgPr>
        <a:solidFill>
          <a:schemeClr val="lt1"/>
        </a:solidFill>
      </p:bgPr>
    </p:bg>
    <p:spTree>
      <p:nvGrpSpPr>
        <p:cNvPr id="204" name="Shape 204"/>
        <p:cNvGrpSpPr/>
        <p:nvPr/>
      </p:nvGrpSpPr>
      <p:grpSpPr>
        <a:xfrm>
          <a:off x="0" y="0"/>
          <a:ext cx="0" cy="0"/>
          <a:chOff x="0" y="0"/>
          <a:chExt cx="0" cy="0"/>
        </a:xfrm>
      </p:grpSpPr>
      <p:grpSp>
        <p:nvGrpSpPr>
          <p:cNvPr id="205" name="Google Shape;205;p29"/>
          <p:cNvGrpSpPr/>
          <p:nvPr/>
        </p:nvGrpSpPr>
        <p:grpSpPr>
          <a:xfrm>
            <a:off x="433788" y="1202208"/>
            <a:ext cx="2632899" cy="904617"/>
            <a:chOff x="433788" y="1202208"/>
            <a:chExt cx="2632899" cy="904617"/>
          </a:xfrm>
        </p:grpSpPr>
        <p:sp>
          <p:nvSpPr>
            <p:cNvPr id="206" name="Google Shape;206;p29"/>
            <p:cNvSpPr/>
            <p:nvPr/>
          </p:nvSpPr>
          <p:spPr>
            <a:xfrm>
              <a:off x="433788" y="1202325"/>
              <a:ext cx="2632800" cy="904500"/>
            </a:xfrm>
            <a:prstGeom prst="snip1Rect">
              <a:avLst>
                <a:gd fmla="val 35102"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Tight"/>
                <a:ea typeface="Inter Tight"/>
                <a:cs typeface="Inter Tight"/>
                <a:sym typeface="Inter Tight"/>
              </a:endParaRPr>
            </a:p>
          </p:txBody>
        </p:sp>
        <p:sp>
          <p:nvSpPr>
            <p:cNvPr id="207" name="Google Shape;207;p29"/>
            <p:cNvSpPr/>
            <p:nvPr/>
          </p:nvSpPr>
          <p:spPr>
            <a:xfrm rot="-6523">
              <a:off x="2750486" y="1202508"/>
              <a:ext cx="316201" cy="318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latin typeface="Inter Tight"/>
                  <a:ea typeface="Inter Tight"/>
                  <a:cs typeface="Inter Tight"/>
                  <a:sym typeface="Inter Tight"/>
                </a:rPr>
                <a:t> </a:t>
              </a:r>
              <a:endParaRPr>
                <a:solidFill>
                  <a:schemeClr val="lt2"/>
                </a:solidFill>
                <a:latin typeface="Inter Tight"/>
                <a:ea typeface="Inter Tight"/>
                <a:cs typeface="Inter Tight"/>
                <a:sym typeface="Inter Tight"/>
              </a:endParaRPr>
            </a:p>
          </p:txBody>
        </p:sp>
      </p:grpSp>
      <p:sp>
        <p:nvSpPr>
          <p:cNvPr id="208" name="Google Shape;208;p29"/>
          <p:cNvSpPr txBox="1"/>
          <p:nvPr>
            <p:ph idx="1" type="subTitle"/>
          </p:nvPr>
        </p:nvSpPr>
        <p:spPr>
          <a:xfrm>
            <a:off x="437000" y="1202200"/>
            <a:ext cx="2322900" cy="3540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1pPr>
            <a:lvl2pPr lvl="1">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2pPr>
            <a:lvl3pPr lvl="2">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3pPr>
            <a:lvl4pPr lvl="3">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4pPr>
            <a:lvl5pPr lvl="4">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5pPr>
            <a:lvl6pPr lvl="5">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6pPr>
            <a:lvl7pPr lvl="6">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7pPr>
            <a:lvl8pPr lvl="7">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8pPr>
            <a:lvl9pPr lvl="8">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9pPr>
          </a:lstStyle>
          <a:p/>
        </p:txBody>
      </p:sp>
      <p:sp>
        <p:nvSpPr>
          <p:cNvPr id="209" name="Google Shape;209;p29"/>
          <p:cNvSpPr txBox="1"/>
          <p:nvPr>
            <p:ph idx="2" type="body"/>
          </p:nvPr>
        </p:nvSpPr>
        <p:spPr>
          <a:xfrm>
            <a:off x="437000" y="1460325"/>
            <a:ext cx="2632800" cy="646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210" name="Google Shape;210;p29"/>
          <p:cNvSpPr/>
          <p:nvPr>
            <p:ph idx="3" type="pic"/>
          </p:nvPr>
        </p:nvSpPr>
        <p:spPr>
          <a:xfrm>
            <a:off x="434125" y="2147825"/>
            <a:ext cx="8275200" cy="2679300"/>
          </a:xfrm>
          <a:prstGeom prst="snip1Rect">
            <a:avLst>
              <a:gd fmla="val 29467" name="adj"/>
            </a:avLst>
          </a:prstGeom>
          <a:noFill/>
          <a:ln>
            <a:noFill/>
          </a:ln>
        </p:spPr>
      </p:sp>
      <p:sp>
        <p:nvSpPr>
          <p:cNvPr id="211" name="Google Shape;211;p29"/>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12" name="Google Shape;212;p29"/>
          <p:cNvSpPr txBox="1"/>
          <p:nvPr>
            <p:ph type="title"/>
          </p:nvPr>
        </p:nvSpPr>
        <p:spPr>
          <a:xfrm>
            <a:off x="333925" y="587150"/>
            <a:ext cx="8475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3" name="Google Shape;213;p29"/>
          <p:cNvSpPr txBox="1"/>
          <p:nvPr>
            <p:ph idx="4"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214" name="Google Shape;214;p29"/>
          <p:cNvSpPr txBox="1"/>
          <p:nvPr>
            <p:ph idx="5"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extLst>
    <p:ext uri="{DCECCB84-F9BA-43D5-87BE-67443E8EF086}">
      <p15:sldGuideLst>
        <p15:guide id="1" pos="273">
          <p15:clr>
            <a:srgbClr val="E46962"/>
          </p15:clr>
        </p15:guide>
        <p15:guide id="2" orient="horz" pos="1353">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active pop-up middle">
  <p:cSld name="ONE_COLUMN_TEXT_1_2">
    <p:bg>
      <p:bgPr>
        <a:solidFill>
          <a:schemeClr val="lt1"/>
        </a:solidFill>
      </p:bgPr>
    </p:bg>
    <p:spTree>
      <p:nvGrpSpPr>
        <p:cNvPr id="215" name="Shape 215"/>
        <p:cNvGrpSpPr/>
        <p:nvPr/>
      </p:nvGrpSpPr>
      <p:grpSpPr>
        <a:xfrm>
          <a:off x="0" y="0"/>
          <a:ext cx="0" cy="0"/>
          <a:chOff x="0" y="0"/>
          <a:chExt cx="0" cy="0"/>
        </a:xfrm>
      </p:grpSpPr>
      <p:grpSp>
        <p:nvGrpSpPr>
          <p:cNvPr id="216" name="Google Shape;216;p30"/>
          <p:cNvGrpSpPr/>
          <p:nvPr/>
        </p:nvGrpSpPr>
        <p:grpSpPr>
          <a:xfrm>
            <a:off x="3253950" y="1202208"/>
            <a:ext cx="2632899" cy="904617"/>
            <a:chOff x="3253950" y="1202208"/>
            <a:chExt cx="2632899" cy="904617"/>
          </a:xfrm>
        </p:grpSpPr>
        <p:sp>
          <p:nvSpPr>
            <p:cNvPr id="217" name="Google Shape;217;p30"/>
            <p:cNvSpPr/>
            <p:nvPr/>
          </p:nvSpPr>
          <p:spPr>
            <a:xfrm>
              <a:off x="3253950" y="1202325"/>
              <a:ext cx="2632800" cy="904500"/>
            </a:xfrm>
            <a:prstGeom prst="snip1Rect">
              <a:avLst>
                <a:gd fmla="val 35102"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Inter Tight"/>
                <a:ea typeface="Inter Tight"/>
                <a:cs typeface="Inter Tight"/>
                <a:sym typeface="Inter Tight"/>
              </a:endParaRPr>
            </a:p>
          </p:txBody>
        </p:sp>
        <p:sp>
          <p:nvSpPr>
            <p:cNvPr id="218" name="Google Shape;218;p30"/>
            <p:cNvSpPr/>
            <p:nvPr/>
          </p:nvSpPr>
          <p:spPr>
            <a:xfrm rot="-6523">
              <a:off x="5570649" y="1202508"/>
              <a:ext cx="316201" cy="318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latin typeface="Inter Tight"/>
                  <a:ea typeface="Inter Tight"/>
                  <a:cs typeface="Inter Tight"/>
                  <a:sym typeface="Inter Tight"/>
                </a:rPr>
                <a:t> </a:t>
              </a:r>
              <a:endParaRPr>
                <a:solidFill>
                  <a:schemeClr val="lt2"/>
                </a:solidFill>
                <a:latin typeface="Inter Tight"/>
                <a:ea typeface="Inter Tight"/>
                <a:cs typeface="Inter Tight"/>
                <a:sym typeface="Inter Tight"/>
              </a:endParaRPr>
            </a:p>
          </p:txBody>
        </p:sp>
      </p:grpSp>
      <p:sp>
        <p:nvSpPr>
          <p:cNvPr id="219" name="Google Shape;219;p30"/>
          <p:cNvSpPr txBox="1"/>
          <p:nvPr>
            <p:ph idx="1" type="subTitle"/>
          </p:nvPr>
        </p:nvSpPr>
        <p:spPr>
          <a:xfrm>
            <a:off x="3257163" y="1202200"/>
            <a:ext cx="2322900" cy="3540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1pPr>
            <a:lvl2pPr lvl="1">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2pPr>
            <a:lvl3pPr lvl="2">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3pPr>
            <a:lvl4pPr lvl="3">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4pPr>
            <a:lvl5pPr lvl="4">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5pPr>
            <a:lvl6pPr lvl="5">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6pPr>
            <a:lvl7pPr lvl="6">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7pPr>
            <a:lvl8pPr lvl="7">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8pPr>
            <a:lvl9pPr lvl="8">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9pPr>
          </a:lstStyle>
          <a:p/>
        </p:txBody>
      </p:sp>
      <p:sp>
        <p:nvSpPr>
          <p:cNvPr id="220" name="Google Shape;220;p30"/>
          <p:cNvSpPr txBox="1"/>
          <p:nvPr>
            <p:ph idx="2" type="body"/>
          </p:nvPr>
        </p:nvSpPr>
        <p:spPr>
          <a:xfrm>
            <a:off x="3257163" y="1460325"/>
            <a:ext cx="2632800" cy="646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221" name="Google Shape;221;p30"/>
          <p:cNvSpPr/>
          <p:nvPr>
            <p:ph idx="3" type="pic"/>
          </p:nvPr>
        </p:nvSpPr>
        <p:spPr>
          <a:xfrm>
            <a:off x="434125" y="2147825"/>
            <a:ext cx="8275200" cy="2679300"/>
          </a:xfrm>
          <a:prstGeom prst="snip1Rect">
            <a:avLst>
              <a:gd fmla="val 29467" name="adj"/>
            </a:avLst>
          </a:prstGeom>
          <a:noFill/>
          <a:ln>
            <a:noFill/>
          </a:ln>
        </p:spPr>
      </p:sp>
      <p:sp>
        <p:nvSpPr>
          <p:cNvPr id="222" name="Google Shape;222;p30"/>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23" name="Google Shape;223;p30"/>
          <p:cNvSpPr txBox="1"/>
          <p:nvPr>
            <p:ph type="title"/>
          </p:nvPr>
        </p:nvSpPr>
        <p:spPr>
          <a:xfrm>
            <a:off x="333925" y="587150"/>
            <a:ext cx="8475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4" name="Google Shape;224;p30"/>
          <p:cNvSpPr txBox="1"/>
          <p:nvPr>
            <p:ph idx="4"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225" name="Google Shape;225;p30"/>
          <p:cNvSpPr txBox="1"/>
          <p:nvPr>
            <p:ph idx="5"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active pop-up right, long text">
  <p:cSld name="ONE_COLUMN_TEXT_1_1">
    <p:bg>
      <p:bgPr>
        <a:solidFill>
          <a:schemeClr val="lt1"/>
        </a:solidFill>
      </p:bgPr>
    </p:bg>
    <p:spTree>
      <p:nvGrpSpPr>
        <p:cNvPr id="226" name="Shape 226"/>
        <p:cNvGrpSpPr/>
        <p:nvPr/>
      </p:nvGrpSpPr>
      <p:grpSpPr>
        <a:xfrm>
          <a:off x="0" y="0"/>
          <a:ext cx="0" cy="0"/>
          <a:chOff x="0" y="0"/>
          <a:chExt cx="0" cy="0"/>
        </a:xfrm>
      </p:grpSpPr>
      <p:sp>
        <p:nvSpPr>
          <p:cNvPr id="227" name="Google Shape;227;p31"/>
          <p:cNvSpPr/>
          <p:nvPr/>
        </p:nvSpPr>
        <p:spPr>
          <a:xfrm>
            <a:off x="3253825" y="1202325"/>
            <a:ext cx="5453100" cy="904500"/>
          </a:xfrm>
          <a:prstGeom prst="snip1Rect">
            <a:avLst>
              <a:gd fmla="val 35019"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Tight"/>
              <a:ea typeface="Inter Tight"/>
              <a:cs typeface="Inter Tight"/>
              <a:sym typeface="Inter Tight"/>
            </a:endParaRPr>
          </a:p>
        </p:txBody>
      </p:sp>
      <p:sp>
        <p:nvSpPr>
          <p:cNvPr id="228" name="Google Shape;228;p31"/>
          <p:cNvSpPr txBox="1"/>
          <p:nvPr>
            <p:ph idx="1" type="subTitle"/>
          </p:nvPr>
        </p:nvSpPr>
        <p:spPr>
          <a:xfrm>
            <a:off x="3253950" y="1202200"/>
            <a:ext cx="5136900" cy="3540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1pPr>
            <a:lvl2pPr lvl="1">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2pPr>
            <a:lvl3pPr lvl="2">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3pPr>
            <a:lvl4pPr lvl="3">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4pPr>
            <a:lvl5pPr lvl="4">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5pPr>
            <a:lvl6pPr lvl="5">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6pPr>
            <a:lvl7pPr lvl="6">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7pPr>
            <a:lvl8pPr lvl="7">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8pPr>
            <a:lvl9pPr lvl="8">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9pPr>
          </a:lstStyle>
          <a:p/>
        </p:txBody>
      </p:sp>
      <p:sp>
        <p:nvSpPr>
          <p:cNvPr id="229" name="Google Shape;229;p31"/>
          <p:cNvSpPr/>
          <p:nvPr>
            <p:ph idx="2" type="pic"/>
          </p:nvPr>
        </p:nvSpPr>
        <p:spPr>
          <a:xfrm>
            <a:off x="434125" y="2147825"/>
            <a:ext cx="8275200" cy="2679300"/>
          </a:xfrm>
          <a:prstGeom prst="snip1Rect">
            <a:avLst>
              <a:gd fmla="val 29467" name="adj"/>
            </a:avLst>
          </a:prstGeom>
          <a:noFill/>
          <a:ln>
            <a:noFill/>
          </a:ln>
        </p:spPr>
      </p:sp>
      <p:sp>
        <p:nvSpPr>
          <p:cNvPr id="230" name="Google Shape;230;p31"/>
          <p:cNvSpPr txBox="1"/>
          <p:nvPr>
            <p:ph idx="3" type="body"/>
          </p:nvPr>
        </p:nvSpPr>
        <p:spPr>
          <a:xfrm>
            <a:off x="3253950" y="1460325"/>
            <a:ext cx="5453100" cy="646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231" name="Google Shape;231;p31"/>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32" name="Google Shape;232;p31"/>
          <p:cNvSpPr txBox="1"/>
          <p:nvPr>
            <p:ph type="title"/>
          </p:nvPr>
        </p:nvSpPr>
        <p:spPr>
          <a:xfrm>
            <a:off x="333925" y="587150"/>
            <a:ext cx="8475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3" name="Google Shape;233;p31"/>
          <p:cNvSpPr txBox="1"/>
          <p:nvPr>
            <p:ph idx="4"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234" name="Google Shape;234;p31"/>
          <p:cNvSpPr txBox="1"/>
          <p:nvPr>
            <p:ph idx="5"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235" name="Google Shape;235;p31"/>
          <p:cNvSpPr/>
          <p:nvPr/>
        </p:nvSpPr>
        <p:spPr>
          <a:xfrm rot="-6523">
            <a:off x="8390811" y="1202508"/>
            <a:ext cx="316201" cy="318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Inter Tight"/>
                <a:ea typeface="Inter Tight"/>
                <a:cs typeface="Inter Tight"/>
                <a:sym typeface="Inter Tight"/>
              </a:rPr>
              <a:t> </a:t>
            </a:r>
            <a:endParaRPr>
              <a:solidFill>
                <a:schemeClr val="dk1"/>
              </a:solidFill>
              <a:latin typeface="Inter Tight"/>
              <a:ea typeface="Inter Tight"/>
              <a:cs typeface="Inter Tight"/>
              <a:sym typeface="Inter Tight"/>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CUSTOM">
    <p:bg>
      <p:bgPr>
        <a:solidFill>
          <a:schemeClr val="lt1"/>
        </a:solidFill>
      </p:bgPr>
    </p:bg>
    <p:spTree>
      <p:nvGrpSpPr>
        <p:cNvPr id="236" name="Shape 236"/>
        <p:cNvGrpSpPr/>
        <p:nvPr/>
      </p:nvGrpSpPr>
      <p:grpSpPr>
        <a:xfrm>
          <a:off x="0" y="0"/>
          <a:ext cx="0" cy="0"/>
          <a:chOff x="0" y="0"/>
          <a:chExt cx="0" cy="0"/>
        </a:xfrm>
      </p:grpSpPr>
      <p:grpSp>
        <p:nvGrpSpPr>
          <p:cNvPr id="237" name="Google Shape;237;p32"/>
          <p:cNvGrpSpPr/>
          <p:nvPr/>
        </p:nvGrpSpPr>
        <p:grpSpPr>
          <a:xfrm>
            <a:off x="0" y="-444900"/>
            <a:ext cx="9144000" cy="5588500"/>
            <a:chOff x="0" y="-444900"/>
            <a:chExt cx="9144000" cy="5588500"/>
          </a:xfrm>
        </p:grpSpPr>
        <p:grpSp>
          <p:nvGrpSpPr>
            <p:cNvPr id="238" name="Google Shape;238;p32"/>
            <p:cNvGrpSpPr/>
            <p:nvPr/>
          </p:nvGrpSpPr>
          <p:grpSpPr>
            <a:xfrm>
              <a:off x="0" y="100"/>
              <a:ext cx="9144000" cy="5143500"/>
              <a:chOff x="0" y="100"/>
              <a:chExt cx="9144000" cy="5143500"/>
            </a:xfrm>
          </p:grpSpPr>
          <p:sp>
            <p:nvSpPr>
              <p:cNvPr id="239" name="Google Shape;239;p32"/>
              <p:cNvSpPr/>
              <p:nvPr/>
            </p:nvSpPr>
            <p:spPr>
              <a:xfrm>
                <a:off x="0" y="100"/>
                <a:ext cx="9144000" cy="5143500"/>
              </a:xfrm>
              <a:prstGeom prst="snip1Rect">
                <a:avLst>
                  <a:gd fmla="val 40868"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Tight"/>
                  <a:ea typeface="Inter Tight"/>
                  <a:cs typeface="Inter Tight"/>
                  <a:sym typeface="Inter Tight"/>
                </a:endParaRPr>
              </a:p>
            </p:txBody>
          </p:sp>
          <p:sp>
            <p:nvSpPr>
              <p:cNvPr id="240" name="Google Shape;240;p32"/>
              <p:cNvSpPr/>
              <p:nvPr/>
            </p:nvSpPr>
            <p:spPr>
              <a:xfrm rot="10800000">
                <a:off x="7036475" y="1219850"/>
                <a:ext cx="2107500" cy="1861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Tight"/>
                  <a:ea typeface="Inter Tight"/>
                  <a:cs typeface="Inter Tight"/>
                  <a:sym typeface="Inter Tight"/>
                </a:endParaRPr>
              </a:p>
            </p:txBody>
          </p:sp>
        </p:grpSp>
        <p:sp>
          <p:nvSpPr>
            <p:cNvPr id="241" name="Google Shape;241;p32"/>
            <p:cNvSpPr/>
            <p:nvPr/>
          </p:nvSpPr>
          <p:spPr>
            <a:xfrm flipH="1" rot="4500068">
              <a:off x="7230762" y="-248045"/>
              <a:ext cx="1723726" cy="1714991"/>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latin typeface="Inter Tight SemiBold"/>
                  <a:ea typeface="Inter Tight SemiBold"/>
                  <a:cs typeface="Inter Tight SemiBold"/>
                  <a:sym typeface="Inter Tight SemiBold"/>
                </a:rPr>
                <a:t> </a:t>
              </a:r>
              <a:endParaRPr>
                <a:solidFill>
                  <a:schemeClr val="lt2"/>
                </a:solidFill>
                <a:latin typeface="Inter Tight SemiBold"/>
                <a:ea typeface="Inter Tight SemiBold"/>
                <a:cs typeface="Inter Tight SemiBold"/>
                <a:sym typeface="Inter Tight SemiBold"/>
              </a:endParaRPr>
            </a:p>
          </p:txBody>
        </p:sp>
      </p:grpSp>
      <p:sp>
        <p:nvSpPr>
          <p:cNvPr id="242" name="Google Shape;242;p32"/>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43" name="Google Shape;243;p32"/>
          <p:cNvSpPr txBox="1"/>
          <p:nvPr>
            <p:ph type="title"/>
          </p:nvPr>
        </p:nvSpPr>
        <p:spPr>
          <a:xfrm>
            <a:off x="2479675" y="1637413"/>
            <a:ext cx="4184700" cy="5727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4" name="Google Shape;244;p32"/>
          <p:cNvSpPr txBox="1"/>
          <p:nvPr>
            <p:ph idx="1" type="body"/>
          </p:nvPr>
        </p:nvSpPr>
        <p:spPr>
          <a:xfrm>
            <a:off x="2479675" y="2291377"/>
            <a:ext cx="4184700" cy="22881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Clr>
                <a:schemeClr val="lt1"/>
              </a:buClr>
              <a:buSzPts val="1700"/>
              <a:buChar char="●"/>
              <a:defRPr>
                <a:solidFill>
                  <a:schemeClr val="lt1"/>
                </a:solidFill>
              </a:defRPr>
            </a:lvl1pPr>
            <a:lvl2pPr indent="-336550" lvl="1" marL="914400">
              <a:spcBef>
                <a:spcPts val="0"/>
              </a:spcBef>
              <a:spcAft>
                <a:spcPts val="0"/>
              </a:spcAft>
              <a:buClr>
                <a:schemeClr val="lt1"/>
              </a:buClr>
              <a:buSzPts val="1700"/>
              <a:buChar char="○"/>
              <a:defRPr>
                <a:solidFill>
                  <a:schemeClr val="lt1"/>
                </a:solidFill>
              </a:defRPr>
            </a:lvl2pPr>
            <a:lvl3pPr indent="-336550" lvl="2" marL="1371600">
              <a:spcBef>
                <a:spcPts val="0"/>
              </a:spcBef>
              <a:spcAft>
                <a:spcPts val="0"/>
              </a:spcAft>
              <a:buClr>
                <a:schemeClr val="lt1"/>
              </a:buClr>
              <a:buSzPts val="1700"/>
              <a:buChar char="■"/>
              <a:defRPr>
                <a:solidFill>
                  <a:schemeClr val="lt1"/>
                </a:solidFill>
              </a:defRPr>
            </a:lvl3pPr>
            <a:lvl4pPr indent="-336550" lvl="3" marL="1828800">
              <a:spcBef>
                <a:spcPts val="0"/>
              </a:spcBef>
              <a:spcAft>
                <a:spcPts val="0"/>
              </a:spcAft>
              <a:buClr>
                <a:schemeClr val="lt1"/>
              </a:buClr>
              <a:buSzPts val="1700"/>
              <a:buChar char="●"/>
              <a:defRPr>
                <a:solidFill>
                  <a:schemeClr val="lt1"/>
                </a:solidFill>
              </a:defRPr>
            </a:lvl4pPr>
            <a:lvl5pPr indent="-336550" lvl="4" marL="2286000">
              <a:spcBef>
                <a:spcPts val="0"/>
              </a:spcBef>
              <a:spcAft>
                <a:spcPts val="0"/>
              </a:spcAft>
              <a:buClr>
                <a:schemeClr val="lt1"/>
              </a:buClr>
              <a:buSzPts val="1700"/>
              <a:buChar char="○"/>
              <a:defRPr>
                <a:solidFill>
                  <a:schemeClr val="lt1"/>
                </a:solidFill>
              </a:defRPr>
            </a:lvl5pPr>
            <a:lvl6pPr indent="-336550" lvl="5" marL="2743200">
              <a:spcBef>
                <a:spcPts val="0"/>
              </a:spcBef>
              <a:spcAft>
                <a:spcPts val="0"/>
              </a:spcAft>
              <a:buClr>
                <a:schemeClr val="lt1"/>
              </a:buClr>
              <a:buSzPts val="1700"/>
              <a:buChar char="■"/>
              <a:defRPr>
                <a:solidFill>
                  <a:schemeClr val="lt1"/>
                </a:solidFill>
              </a:defRPr>
            </a:lvl6pPr>
            <a:lvl7pPr indent="-336550" lvl="6" marL="3200400">
              <a:spcBef>
                <a:spcPts val="0"/>
              </a:spcBef>
              <a:spcAft>
                <a:spcPts val="0"/>
              </a:spcAft>
              <a:buClr>
                <a:schemeClr val="lt1"/>
              </a:buClr>
              <a:buSzPts val="1700"/>
              <a:buChar char="●"/>
              <a:defRPr>
                <a:solidFill>
                  <a:schemeClr val="lt1"/>
                </a:solidFill>
              </a:defRPr>
            </a:lvl7pPr>
            <a:lvl8pPr indent="-336550" lvl="7" marL="3657600">
              <a:spcBef>
                <a:spcPts val="0"/>
              </a:spcBef>
              <a:spcAft>
                <a:spcPts val="0"/>
              </a:spcAft>
              <a:buClr>
                <a:schemeClr val="lt1"/>
              </a:buClr>
              <a:buSzPts val="1700"/>
              <a:buChar char="○"/>
              <a:defRPr>
                <a:solidFill>
                  <a:schemeClr val="lt1"/>
                </a:solidFill>
              </a:defRPr>
            </a:lvl8pPr>
            <a:lvl9pPr indent="-336550" lvl="8" marL="4114800">
              <a:spcBef>
                <a:spcPts val="0"/>
              </a:spcBef>
              <a:spcAft>
                <a:spcPts val="0"/>
              </a:spcAft>
              <a:buClr>
                <a:schemeClr val="lt1"/>
              </a:buClr>
              <a:buSzPts val="1700"/>
              <a:buChar char="■"/>
              <a:defRPr>
                <a:solidFill>
                  <a:schemeClr val="lt1"/>
                </a:solidFill>
              </a:defRPr>
            </a:lvl9pPr>
          </a:lstStyle>
          <a:p/>
        </p:txBody>
      </p:sp>
      <p:sp>
        <p:nvSpPr>
          <p:cNvPr id="245" name="Google Shape;245;p32"/>
          <p:cNvSpPr txBox="1"/>
          <p:nvPr>
            <p:ph idx="2"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
        <p:nvSpPr>
          <p:cNvPr id="246" name="Google Shape;246;p32"/>
          <p:cNvSpPr txBox="1"/>
          <p:nvPr>
            <p:ph idx="3"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and image 2">
  <p:cSld name="MAIN_POINT">
    <p:bg>
      <p:bgPr>
        <a:solidFill>
          <a:schemeClr val="lt1"/>
        </a:solidFill>
      </p:bgPr>
    </p:bg>
    <p:spTree>
      <p:nvGrpSpPr>
        <p:cNvPr id="247" name="Shape 247"/>
        <p:cNvGrpSpPr/>
        <p:nvPr/>
      </p:nvGrpSpPr>
      <p:grpSpPr>
        <a:xfrm>
          <a:off x="0" y="0"/>
          <a:ext cx="0" cy="0"/>
          <a:chOff x="0" y="0"/>
          <a:chExt cx="0" cy="0"/>
        </a:xfrm>
      </p:grpSpPr>
      <p:sp>
        <p:nvSpPr>
          <p:cNvPr id="248" name="Google Shape;248;p33"/>
          <p:cNvSpPr/>
          <p:nvPr>
            <p:ph idx="2" type="pic"/>
          </p:nvPr>
        </p:nvSpPr>
        <p:spPr>
          <a:xfrm rot="300107">
            <a:off x="4903200" y="846465"/>
            <a:ext cx="3950142" cy="3456249"/>
          </a:xfrm>
          <a:prstGeom prst="snip1Rect">
            <a:avLst>
              <a:gd fmla="val 16667" name="adj"/>
            </a:avLst>
          </a:prstGeom>
          <a:noFill/>
          <a:ln>
            <a:noFill/>
          </a:ln>
        </p:spPr>
      </p:sp>
      <p:sp>
        <p:nvSpPr>
          <p:cNvPr id="249" name="Google Shape;249;p33"/>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0" name="Google Shape;250;p33"/>
          <p:cNvSpPr txBox="1"/>
          <p:nvPr>
            <p:ph type="title"/>
          </p:nvPr>
        </p:nvSpPr>
        <p:spPr>
          <a:xfrm>
            <a:off x="333925" y="1249533"/>
            <a:ext cx="3662100" cy="960600"/>
          </a:xfrm>
          <a:prstGeom prst="rect">
            <a:avLst/>
          </a:prstGeom>
        </p:spPr>
        <p:txBody>
          <a:bodyPr anchorCtr="0" anchor="b"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1" name="Google Shape;251;p33"/>
          <p:cNvSpPr txBox="1"/>
          <p:nvPr>
            <p:ph idx="1" type="body"/>
          </p:nvPr>
        </p:nvSpPr>
        <p:spPr>
          <a:xfrm>
            <a:off x="333925" y="2291390"/>
            <a:ext cx="3662100" cy="14931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252" name="Google Shape;252;p33"/>
          <p:cNvSpPr txBox="1"/>
          <p:nvPr>
            <p:ph idx="3"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253" name="Google Shape;253;p33"/>
          <p:cNvSpPr txBox="1"/>
          <p:nvPr>
            <p:ph idx="4"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and image 3">
  <p:cSld name="MAIN_POINT_1">
    <p:bg>
      <p:bgPr>
        <a:solidFill>
          <a:schemeClr val="lt1"/>
        </a:solidFill>
      </p:bgPr>
    </p:bg>
    <p:spTree>
      <p:nvGrpSpPr>
        <p:cNvPr id="254" name="Shape 254"/>
        <p:cNvGrpSpPr/>
        <p:nvPr/>
      </p:nvGrpSpPr>
      <p:grpSpPr>
        <a:xfrm>
          <a:off x="0" y="0"/>
          <a:ext cx="0" cy="0"/>
          <a:chOff x="0" y="0"/>
          <a:chExt cx="0" cy="0"/>
        </a:xfrm>
      </p:grpSpPr>
      <p:sp>
        <p:nvSpPr>
          <p:cNvPr id="255" name="Google Shape;255;p34"/>
          <p:cNvSpPr/>
          <p:nvPr>
            <p:ph idx="2" type="pic"/>
          </p:nvPr>
        </p:nvSpPr>
        <p:spPr>
          <a:xfrm rot="-300067">
            <a:off x="550589" y="883785"/>
            <a:ext cx="3630622" cy="3658027"/>
          </a:xfrm>
          <a:prstGeom prst="snip1Rect">
            <a:avLst>
              <a:gd fmla="val 16667" name="adj"/>
            </a:avLst>
          </a:prstGeom>
          <a:noFill/>
          <a:ln>
            <a:noFill/>
          </a:ln>
        </p:spPr>
      </p:sp>
      <p:sp>
        <p:nvSpPr>
          <p:cNvPr id="256" name="Google Shape;256;p34"/>
          <p:cNvSpPr txBox="1"/>
          <p:nvPr>
            <p:ph idx="12" type="sldNum"/>
          </p:nvPr>
        </p:nvSpPr>
        <p:spPr>
          <a:xfrm>
            <a:off x="8318025" y="205550"/>
            <a:ext cx="548700" cy="393600"/>
          </a:xfrm>
          <a:prstGeom prst="rect">
            <a:avLst/>
          </a:prstGeom>
        </p:spPr>
        <p:txBody>
          <a:bodyPr anchorCtr="0" anchor="t"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57" name="Google Shape;257;p34"/>
          <p:cNvSpPr txBox="1"/>
          <p:nvPr>
            <p:ph type="title"/>
          </p:nvPr>
        </p:nvSpPr>
        <p:spPr>
          <a:xfrm>
            <a:off x="5204625" y="1249533"/>
            <a:ext cx="3662100" cy="960600"/>
          </a:xfrm>
          <a:prstGeom prst="rect">
            <a:avLst/>
          </a:prstGeom>
        </p:spPr>
        <p:txBody>
          <a:bodyPr anchorCtr="0" anchor="b"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8" name="Google Shape;258;p34"/>
          <p:cNvSpPr txBox="1"/>
          <p:nvPr>
            <p:ph idx="1" type="body"/>
          </p:nvPr>
        </p:nvSpPr>
        <p:spPr>
          <a:xfrm>
            <a:off x="5204625" y="2291390"/>
            <a:ext cx="3662100" cy="14931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259" name="Google Shape;259;p34"/>
          <p:cNvSpPr txBox="1"/>
          <p:nvPr>
            <p:ph idx="3"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260" name="Google Shape;260;p34"/>
          <p:cNvSpPr txBox="1"/>
          <p:nvPr>
            <p:ph idx="4"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s and descriptions">
  <p:cSld name="SECTION_TITLE_AND_DESCRIPTION">
    <p:bg>
      <p:bgPr>
        <a:solidFill>
          <a:schemeClr val="lt1"/>
        </a:solidFill>
      </p:bgPr>
    </p:bg>
    <p:spTree>
      <p:nvGrpSpPr>
        <p:cNvPr id="261" name="Shape 261"/>
        <p:cNvGrpSpPr/>
        <p:nvPr/>
      </p:nvGrpSpPr>
      <p:grpSpPr>
        <a:xfrm>
          <a:off x="0" y="0"/>
          <a:ext cx="0" cy="0"/>
          <a:chOff x="0" y="0"/>
          <a:chExt cx="0" cy="0"/>
        </a:xfrm>
      </p:grpSpPr>
      <p:sp>
        <p:nvSpPr>
          <p:cNvPr id="262" name="Google Shape;262;p35"/>
          <p:cNvSpPr/>
          <p:nvPr>
            <p:ph idx="2" type="pic"/>
          </p:nvPr>
        </p:nvSpPr>
        <p:spPr>
          <a:xfrm>
            <a:off x="3544863" y="1543050"/>
            <a:ext cx="2057400" cy="2057400"/>
          </a:xfrm>
          <a:prstGeom prst="snip1Rect">
            <a:avLst>
              <a:gd fmla="val 24426" name="adj"/>
            </a:avLst>
          </a:prstGeom>
          <a:noFill/>
          <a:ln>
            <a:noFill/>
          </a:ln>
        </p:spPr>
      </p:sp>
      <p:sp>
        <p:nvSpPr>
          <p:cNvPr id="263" name="Google Shape;263;p35"/>
          <p:cNvSpPr/>
          <p:nvPr>
            <p:ph idx="3" type="pic"/>
          </p:nvPr>
        </p:nvSpPr>
        <p:spPr>
          <a:xfrm>
            <a:off x="6658538" y="1543050"/>
            <a:ext cx="2057400" cy="2057400"/>
          </a:xfrm>
          <a:prstGeom prst="snip1Rect">
            <a:avLst>
              <a:gd fmla="val 24426" name="adj"/>
            </a:avLst>
          </a:prstGeom>
          <a:noFill/>
          <a:ln>
            <a:noFill/>
          </a:ln>
        </p:spPr>
      </p:sp>
      <p:sp>
        <p:nvSpPr>
          <p:cNvPr id="264" name="Google Shape;264;p35"/>
          <p:cNvSpPr/>
          <p:nvPr>
            <p:ph idx="4" type="pic"/>
          </p:nvPr>
        </p:nvSpPr>
        <p:spPr>
          <a:xfrm>
            <a:off x="431200" y="1543050"/>
            <a:ext cx="2057400" cy="2057400"/>
          </a:xfrm>
          <a:prstGeom prst="snip1Rect">
            <a:avLst>
              <a:gd fmla="val 24426" name="adj"/>
            </a:avLst>
          </a:prstGeom>
          <a:noFill/>
          <a:ln>
            <a:noFill/>
          </a:ln>
        </p:spPr>
      </p:sp>
      <p:sp>
        <p:nvSpPr>
          <p:cNvPr id="265" name="Google Shape;265;p35"/>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6" name="Google Shape;266;p35"/>
          <p:cNvSpPr txBox="1"/>
          <p:nvPr>
            <p:ph type="title"/>
          </p:nvPr>
        </p:nvSpPr>
        <p:spPr>
          <a:xfrm>
            <a:off x="333925" y="587150"/>
            <a:ext cx="8475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7" name="Google Shape;267;p35"/>
          <p:cNvSpPr txBox="1"/>
          <p:nvPr>
            <p:ph idx="1" type="subTitle"/>
          </p:nvPr>
        </p:nvSpPr>
        <p:spPr>
          <a:xfrm>
            <a:off x="381100" y="3676650"/>
            <a:ext cx="2107500" cy="354000"/>
          </a:xfrm>
          <a:prstGeom prst="rect">
            <a:avLst/>
          </a:prstGeom>
        </p:spPr>
        <p:txBody>
          <a:bodyPr anchorCtr="0" anchor="t" bIns="91425" lIns="91425" spcFirstLastPara="1" rIns="91425" wrap="square" tIns="91425">
            <a:spAutoFit/>
          </a:bodyPr>
          <a:lstStyle>
            <a:lvl1pPr lvl="0">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p:txBody>
      </p:sp>
      <p:sp>
        <p:nvSpPr>
          <p:cNvPr id="268" name="Google Shape;268;p35"/>
          <p:cNvSpPr txBox="1"/>
          <p:nvPr>
            <p:ph idx="5" type="subTitle"/>
          </p:nvPr>
        </p:nvSpPr>
        <p:spPr>
          <a:xfrm>
            <a:off x="3494775" y="3676650"/>
            <a:ext cx="2107500" cy="354000"/>
          </a:xfrm>
          <a:prstGeom prst="rect">
            <a:avLst/>
          </a:prstGeom>
        </p:spPr>
        <p:txBody>
          <a:bodyPr anchorCtr="0" anchor="t" bIns="91425" lIns="91425" spcFirstLastPara="1" rIns="91425" wrap="square" tIns="91425">
            <a:spAutoFit/>
          </a:bodyPr>
          <a:lstStyle>
            <a:lvl1pPr lvl="0">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p:txBody>
      </p:sp>
      <p:sp>
        <p:nvSpPr>
          <p:cNvPr id="269" name="Google Shape;269;p35"/>
          <p:cNvSpPr txBox="1"/>
          <p:nvPr>
            <p:ph idx="6" type="subTitle"/>
          </p:nvPr>
        </p:nvSpPr>
        <p:spPr>
          <a:xfrm>
            <a:off x="6608438" y="3676650"/>
            <a:ext cx="2107500" cy="354000"/>
          </a:xfrm>
          <a:prstGeom prst="rect">
            <a:avLst/>
          </a:prstGeom>
        </p:spPr>
        <p:txBody>
          <a:bodyPr anchorCtr="0" anchor="t" bIns="91425" lIns="91425" spcFirstLastPara="1" rIns="91425" wrap="square" tIns="91425">
            <a:spAutoFit/>
          </a:bodyPr>
          <a:lstStyle>
            <a:lvl1pPr lvl="0">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p:txBody>
      </p:sp>
      <p:sp>
        <p:nvSpPr>
          <p:cNvPr id="270" name="Google Shape;270;p35"/>
          <p:cNvSpPr txBox="1"/>
          <p:nvPr>
            <p:ph idx="7"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271" name="Google Shape;271;p35"/>
          <p:cNvSpPr txBox="1"/>
          <p:nvPr>
            <p:ph idx="8"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wo column bullet points">
  <p:cSld name="CAPTION_ONLY">
    <p:bg>
      <p:bgPr>
        <a:solidFill>
          <a:schemeClr val="lt1"/>
        </a:solidFill>
      </p:bgPr>
    </p:bg>
    <p:spTree>
      <p:nvGrpSpPr>
        <p:cNvPr id="272" name="Shape 272"/>
        <p:cNvGrpSpPr/>
        <p:nvPr/>
      </p:nvGrpSpPr>
      <p:grpSpPr>
        <a:xfrm>
          <a:off x="0" y="0"/>
          <a:ext cx="0" cy="0"/>
          <a:chOff x="0" y="0"/>
          <a:chExt cx="0" cy="0"/>
        </a:xfrm>
      </p:grpSpPr>
      <p:grpSp>
        <p:nvGrpSpPr>
          <p:cNvPr id="273" name="Google Shape;273;p36"/>
          <p:cNvGrpSpPr/>
          <p:nvPr/>
        </p:nvGrpSpPr>
        <p:grpSpPr>
          <a:xfrm>
            <a:off x="0" y="-444900"/>
            <a:ext cx="9144000" cy="5588500"/>
            <a:chOff x="0" y="-444900"/>
            <a:chExt cx="9144000" cy="5588500"/>
          </a:xfrm>
        </p:grpSpPr>
        <p:grpSp>
          <p:nvGrpSpPr>
            <p:cNvPr id="274" name="Google Shape;274;p36"/>
            <p:cNvGrpSpPr/>
            <p:nvPr/>
          </p:nvGrpSpPr>
          <p:grpSpPr>
            <a:xfrm>
              <a:off x="0" y="100"/>
              <a:ext cx="9144000" cy="5143500"/>
              <a:chOff x="0" y="100"/>
              <a:chExt cx="9144000" cy="5143500"/>
            </a:xfrm>
          </p:grpSpPr>
          <p:sp>
            <p:nvSpPr>
              <p:cNvPr id="275" name="Google Shape;275;p36"/>
              <p:cNvSpPr/>
              <p:nvPr/>
            </p:nvSpPr>
            <p:spPr>
              <a:xfrm>
                <a:off x="0" y="100"/>
                <a:ext cx="9144000" cy="5143500"/>
              </a:xfrm>
              <a:prstGeom prst="snip1Rect">
                <a:avLst>
                  <a:gd fmla="val 40868"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Inter Tight"/>
                  <a:ea typeface="Inter Tight"/>
                  <a:cs typeface="Inter Tight"/>
                  <a:sym typeface="Inter Tight"/>
                </a:endParaRPr>
              </a:p>
            </p:txBody>
          </p:sp>
          <p:sp>
            <p:nvSpPr>
              <p:cNvPr id="276" name="Google Shape;276;p36"/>
              <p:cNvSpPr/>
              <p:nvPr/>
            </p:nvSpPr>
            <p:spPr>
              <a:xfrm rot="10800000">
                <a:off x="7036475" y="1219850"/>
                <a:ext cx="2107500" cy="186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Inter Tight"/>
                  <a:ea typeface="Inter Tight"/>
                  <a:cs typeface="Inter Tight"/>
                  <a:sym typeface="Inter Tight"/>
                </a:endParaRPr>
              </a:p>
            </p:txBody>
          </p:sp>
        </p:grpSp>
        <p:sp>
          <p:nvSpPr>
            <p:cNvPr id="277" name="Google Shape;277;p36"/>
            <p:cNvSpPr/>
            <p:nvPr/>
          </p:nvSpPr>
          <p:spPr>
            <a:xfrm flipH="1" rot="4500068">
              <a:off x="7230762" y="-248045"/>
              <a:ext cx="1723726" cy="1714991"/>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latin typeface="Inter Tight SemiBold"/>
                  <a:ea typeface="Inter Tight SemiBold"/>
                  <a:cs typeface="Inter Tight SemiBold"/>
                  <a:sym typeface="Inter Tight SemiBold"/>
                </a:rPr>
                <a:t> </a:t>
              </a:r>
              <a:endParaRPr>
                <a:solidFill>
                  <a:schemeClr val="lt2"/>
                </a:solidFill>
                <a:latin typeface="Inter Tight SemiBold"/>
                <a:ea typeface="Inter Tight SemiBold"/>
                <a:cs typeface="Inter Tight SemiBold"/>
                <a:sym typeface="Inter Tight SemiBold"/>
              </a:endParaRPr>
            </a:p>
          </p:txBody>
        </p:sp>
      </p:grpSp>
      <p:sp>
        <p:nvSpPr>
          <p:cNvPr id="278" name="Google Shape;278;p36"/>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79" name="Google Shape;279;p36"/>
          <p:cNvSpPr txBox="1"/>
          <p:nvPr>
            <p:ph type="title"/>
          </p:nvPr>
        </p:nvSpPr>
        <p:spPr>
          <a:xfrm>
            <a:off x="333925" y="1249513"/>
            <a:ext cx="3662100" cy="9606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80" name="Google Shape;280;p36"/>
          <p:cNvSpPr txBox="1"/>
          <p:nvPr>
            <p:ph idx="1" type="body"/>
          </p:nvPr>
        </p:nvSpPr>
        <p:spPr>
          <a:xfrm>
            <a:off x="333925" y="2291377"/>
            <a:ext cx="3662100" cy="2028300"/>
          </a:xfrm>
          <a:prstGeom prst="rect">
            <a:avLst/>
          </a:prstGeom>
        </p:spPr>
        <p:txBody>
          <a:bodyPr anchorCtr="0" anchor="t" bIns="91425" lIns="91425" spcFirstLastPara="1" rIns="91425" wrap="square" tIns="91425">
            <a:spAutoFit/>
          </a:bodyPr>
          <a:lstStyle>
            <a:lvl1pPr indent="-336550" lvl="0" marL="457200">
              <a:lnSpc>
                <a:spcPct val="115000"/>
              </a:lnSpc>
              <a:spcBef>
                <a:spcPts val="0"/>
              </a:spcBef>
              <a:spcAft>
                <a:spcPts val="0"/>
              </a:spcAft>
              <a:buClr>
                <a:schemeClr val="lt1"/>
              </a:buClr>
              <a:buSzPts val="1700"/>
              <a:buChar char="●"/>
              <a:defRPr>
                <a:solidFill>
                  <a:schemeClr val="lt1"/>
                </a:solidFill>
              </a:defRPr>
            </a:lvl1pPr>
            <a:lvl2pPr indent="-336550" lvl="1" marL="914400">
              <a:lnSpc>
                <a:spcPct val="115000"/>
              </a:lnSpc>
              <a:spcBef>
                <a:spcPts val="0"/>
              </a:spcBef>
              <a:spcAft>
                <a:spcPts val="0"/>
              </a:spcAft>
              <a:buClr>
                <a:schemeClr val="lt1"/>
              </a:buClr>
              <a:buSzPts val="1700"/>
              <a:buChar char="○"/>
              <a:defRPr>
                <a:solidFill>
                  <a:schemeClr val="lt1"/>
                </a:solidFill>
              </a:defRPr>
            </a:lvl2pPr>
            <a:lvl3pPr indent="-336550" lvl="2" marL="1371600">
              <a:lnSpc>
                <a:spcPct val="115000"/>
              </a:lnSpc>
              <a:spcBef>
                <a:spcPts val="0"/>
              </a:spcBef>
              <a:spcAft>
                <a:spcPts val="0"/>
              </a:spcAft>
              <a:buClr>
                <a:schemeClr val="lt1"/>
              </a:buClr>
              <a:buSzPts val="1700"/>
              <a:buChar char="■"/>
              <a:defRPr>
                <a:solidFill>
                  <a:schemeClr val="lt1"/>
                </a:solidFill>
              </a:defRPr>
            </a:lvl3pPr>
            <a:lvl4pPr indent="-336550" lvl="3" marL="1828800">
              <a:lnSpc>
                <a:spcPct val="115000"/>
              </a:lnSpc>
              <a:spcBef>
                <a:spcPts val="0"/>
              </a:spcBef>
              <a:spcAft>
                <a:spcPts val="0"/>
              </a:spcAft>
              <a:buClr>
                <a:schemeClr val="lt1"/>
              </a:buClr>
              <a:buSzPts val="1700"/>
              <a:buChar char="●"/>
              <a:defRPr>
                <a:solidFill>
                  <a:schemeClr val="lt1"/>
                </a:solidFill>
              </a:defRPr>
            </a:lvl4pPr>
            <a:lvl5pPr indent="-336550" lvl="4" marL="2286000">
              <a:lnSpc>
                <a:spcPct val="115000"/>
              </a:lnSpc>
              <a:spcBef>
                <a:spcPts val="0"/>
              </a:spcBef>
              <a:spcAft>
                <a:spcPts val="0"/>
              </a:spcAft>
              <a:buClr>
                <a:schemeClr val="lt1"/>
              </a:buClr>
              <a:buSzPts val="1700"/>
              <a:buChar char="○"/>
              <a:defRPr>
                <a:solidFill>
                  <a:schemeClr val="lt1"/>
                </a:solidFill>
              </a:defRPr>
            </a:lvl5pPr>
            <a:lvl6pPr indent="-336550" lvl="5" marL="2743200">
              <a:lnSpc>
                <a:spcPct val="115000"/>
              </a:lnSpc>
              <a:spcBef>
                <a:spcPts val="0"/>
              </a:spcBef>
              <a:spcAft>
                <a:spcPts val="0"/>
              </a:spcAft>
              <a:buClr>
                <a:schemeClr val="lt1"/>
              </a:buClr>
              <a:buSzPts val="1700"/>
              <a:buChar char="■"/>
              <a:defRPr>
                <a:solidFill>
                  <a:schemeClr val="lt1"/>
                </a:solidFill>
              </a:defRPr>
            </a:lvl6pPr>
            <a:lvl7pPr indent="-336550" lvl="6" marL="3200400">
              <a:lnSpc>
                <a:spcPct val="115000"/>
              </a:lnSpc>
              <a:spcBef>
                <a:spcPts val="0"/>
              </a:spcBef>
              <a:spcAft>
                <a:spcPts val="0"/>
              </a:spcAft>
              <a:buClr>
                <a:schemeClr val="lt1"/>
              </a:buClr>
              <a:buSzPts val="1700"/>
              <a:buChar char="●"/>
              <a:defRPr>
                <a:solidFill>
                  <a:schemeClr val="lt1"/>
                </a:solidFill>
              </a:defRPr>
            </a:lvl7pPr>
            <a:lvl8pPr indent="-336550" lvl="7" marL="3657600">
              <a:lnSpc>
                <a:spcPct val="115000"/>
              </a:lnSpc>
              <a:spcBef>
                <a:spcPts val="0"/>
              </a:spcBef>
              <a:spcAft>
                <a:spcPts val="0"/>
              </a:spcAft>
              <a:buClr>
                <a:schemeClr val="lt1"/>
              </a:buClr>
              <a:buSzPts val="1700"/>
              <a:buChar char="○"/>
              <a:defRPr>
                <a:solidFill>
                  <a:schemeClr val="lt1"/>
                </a:solidFill>
              </a:defRPr>
            </a:lvl8pPr>
            <a:lvl9pPr indent="-336550" lvl="8" marL="4114800">
              <a:lnSpc>
                <a:spcPct val="115000"/>
              </a:lnSpc>
              <a:spcBef>
                <a:spcPts val="0"/>
              </a:spcBef>
              <a:spcAft>
                <a:spcPts val="0"/>
              </a:spcAft>
              <a:buClr>
                <a:schemeClr val="lt1"/>
              </a:buClr>
              <a:buSzPts val="1700"/>
              <a:buChar char="■"/>
              <a:defRPr>
                <a:solidFill>
                  <a:schemeClr val="lt1"/>
                </a:solidFill>
              </a:defRPr>
            </a:lvl9pPr>
          </a:lstStyle>
          <a:p/>
        </p:txBody>
      </p:sp>
      <p:sp>
        <p:nvSpPr>
          <p:cNvPr id="281" name="Google Shape;281;p36"/>
          <p:cNvSpPr txBox="1"/>
          <p:nvPr>
            <p:ph idx="2" type="body"/>
          </p:nvPr>
        </p:nvSpPr>
        <p:spPr>
          <a:xfrm>
            <a:off x="4595076" y="2291377"/>
            <a:ext cx="3662100" cy="2028300"/>
          </a:xfrm>
          <a:prstGeom prst="rect">
            <a:avLst/>
          </a:prstGeom>
        </p:spPr>
        <p:txBody>
          <a:bodyPr anchorCtr="0" anchor="t" bIns="91425" lIns="91425" spcFirstLastPara="1" rIns="91425" wrap="square" tIns="91425">
            <a:spAutoFit/>
          </a:bodyPr>
          <a:lstStyle>
            <a:lvl1pPr indent="-336550" lvl="0" marL="457200">
              <a:lnSpc>
                <a:spcPct val="115000"/>
              </a:lnSpc>
              <a:spcBef>
                <a:spcPts val="0"/>
              </a:spcBef>
              <a:spcAft>
                <a:spcPts val="0"/>
              </a:spcAft>
              <a:buClr>
                <a:schemeClr val="lt1"/>
              </a:buClr>
              <a:buSzPts val="1700"/>
              <a:buChar char="●"/>
              <a:defRPr>
                <a:solidFill>
                  <a:schemeClr val="lt1"/>
                </a:solidFill>
              </a:defRPr>
            </a:lvl1pPr>
            <a:lvl2pPr indent="-336550" lvl="1" marL="914400">
              <a:lnSpc>
                <a:spcPct val="115000"/>
              </a:lnSpc>
              <a:spcBef>
                <a:spcPts val="0"/>
              </a:spcBef>
              <a:spcAft>
                <a:spcPts val="0"/>
              </a:spcAft>
              <a:buClr>
                <a:schemeClr val="lt1"/>
              </a:buClr>
              <a:buSzPts val="1700"/>
              <a:buChar char="○"/>
              <a:defRPr>
                <a:solidFill>
                  <a:schemeClr val="lt1"/>
                </a:solidFill>
              </a:defRPr>
            </a:lvl2pPr>
            <a:lvl3pPr indent="-336550" lvl="2" marL="1371600">
              <a:lnSpc>
                <a:spcPct val="115000"/>
              </a:lnSpc>
              <a:spcBef>
                <a:spcPts val="0"/>
              </a:spcBef>
              <a:spcAft>
                <a:spcPts val="0"/>
              </a:spcAft>
              <a:buClr>
                <a:schemeClr val="lt1"/>
              </a:buClr>
              <a:buSzPts val="1700"/>
              <a:buChar char="■"/>
              <a:defRPr>
                <a:solidFill>
                  <a:schemeClr val="lt1"/>
                </a:solidFill>
              </a:defRPr>
            </a:lvl3pPr>
            <a:lvl4pPr indent="-336550" lvl="3" marL="1828800">
              <a:lnSpc>
                <a:spcPct val="115000"/>
              </a:lnSpc>
              <a:spcBef>
                <a:spcPts val="0"/>
              </a:spcBef>
              <a:spcAft>
                <a:spcPts val="0"/>
              </a:spcAft>
              <a:buClr>
                <a:schemeClr val="lt1"/>
              </a:buClr>
              <a:buSzPts val="1700"/>
              <a:buChar char="●"/>
              <a:defRPr>
                <a:solidFill>
                  <a:schemeClr val="lt1"/>
                </a:solidFill>
              </a:defRPr>
            </a:lvl4pPr>
            <a:lvl5pPr indent="-336550" lvl="4" marL="2286000">
              <a:lnSpc>
                <a:spcPct val="115000"/>
              </a:lnSpc>
              <a:spcBef>
                <a:spcPts val="0"/>
              </a:spcBef>
              <a:spcAft>
                <a:spcPts val="0"/>
              </a:spcAft>
              <a:buClr>
                <a:schemeClr val="lt1"/>
              </a:buClr>
              <a:buSzPts val="1700"/>
              <a:buChar char="○"/>
              <a:defRPr>
                <a:solidFill>
                  <a:schemeClr val="lt1"/>
                </a:solidFill>
              </a:defRPr>
            </a:lvl5pPr>
            <a:lvl6pPr indent="-336550" lvl="5" marL="2743200">
              <a:lnSpc>
                <a:spcPct val="115000"/>
              </a:lnSpc>
              <a:spcBef>
                <a:spcPts val="0"/>
              </a:spcBef>
              <a:spcAft>
                <a:spcPts val="0"/>
              </a:spcAft>
              <a:buClr>
                <a:schemeClr val="lt1"/>
              </a:buClr>
              <a:buSzPts val="1700"/>
              <a:buChar char="■"/>
              <a:defRPr>
                <a:solidFill>
                  <a:schemeClr val="lt1"/>
                </a:solidFill>
              </a:defRPr>
            </a:lvl6pPr>
            <a:lvl7pPr indent="-336550" lvl="6" marL="3200400">
              <a:lnSpc>
                <a:spcPct val="115000"/>
              </a:lnSpc>
              <a:spcBef>
                <a:spcPts val="0"/>
              </a:spcBef>
              <a:spcAft>
                <a:spcPts val="0"/>
              </a:spcAft>
              <a:buClr>
                <a:schemeClr val="lt1"/>
              </a:buClr>
              <a:buSzPts val="1700"/>
              <a:buChar char="●"/>
              <a:defRPr>
                <a:solidFill>
                  <a:schemeClr val="lt1"/>
                </a:solidFill>
              </a:defRPr>
            </a:lvl7pPr>
            <a:lvl8pPr indent="-336550" lvl="7" marL="3657600">
              <a:lnSpc>
                <a:spcPct val="115000"/>
              </a:lnSpc>
              <a:spcBef>
                <a:spcPts val="0"/>
              </a:spcBef>
              <a:spcAft>
                <a:spcPts val="0"/>
              </a:spcAft>
              <a:buClr>
                <a:schemeClr val="lt1"/>
              </a:buClr>
              <a:buSzPts val="1700"/>
              <a:buChar char="○"/>
              <a:defRPr>
                <a:solidFill>
                  <a:schemeClr val="lt1"/>
                </a:solidFill>
              </a:defRPr>
            </a:lvl8pPr>
            <a:lvl9pPr indent="-336550" lvl="8" marL="4114800">
              <a:lnSpc>
                <a:spcPct val="115000"/>
              </a:lnSpc>
              <a:spcBef>
                <a:spcPts val="0"/>
              </a:spcBef>
              <a:spcAft>
                <a:spcPts val="0"/>
              </a:spcAft>
              <a:buClr>
                <a:schemeClr val="lt1"/>
              </a:buClr>
              <a:buSzPts val="1700"/>
              <a:buChar char="■"/>
              <a:defRPr>
                <a:solidFill>
                  <a:schemeClr val="lt1"/>
                </a:solidFill>
              </a:defRPr>
            </a:lvl9pPr>
          </a:lstStyle>
          <a:p/>
        </p:txBody>
      </p:sp>
      <p:sp>
        <p:nvSpPr>
          <p:cNvPr id="282" name="Google Shape;282;p36"/>
          <p:cNvSpPr txBox="1"/>
          <p:nvPr>
            <p:ph idx="3"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
        <p:nvSpPr>
          <p:cNvPr id="283" name="Google Shape;283;p36"/>
          <p:cNvSpPr txBox="1"/>
          <p:nvPr>
            <p:ph idx="4"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eck for understanding">
  <p:cSld name="CAPTION_ONLY_1">
    <p:bg>
      <p:bgPr>
        <a:solidFill>
          <a:schemeClr val="lt1"/>
        </a:solidFill>
      </p:bgPr>
    </p:bg>
    <p:spTree>
      <p:nvGrpSpPr>
        <p:cNvPr id="284" name="Shape 284"/>
        <p:cNvGrpSpPr/>
        <p:nvPr/>
      </p:nvGrpSpPr>
      <p:grpSpPr>
        <a:xfrm>
          <a:off x="0" y="0"/>
          <a:ext cx="0" cy="0"/>
          <a:chOff x="0" y="0"/>
          <a:chExt cx="0" cy="0"/>
        </a:xfrm>
      </p:grpSpPr>
      <p:grpSp>
        <p:nvGrpSpPr>
          <p:cNvPr id="285" name="Google Shape;285;p37"/>
          <p:cNvGrpSpPr/>
          <p:nvPr/>
        </p:nvGrpSpPr>
        <p:grpSpPr>
          <a:xfrm>
            <a:off x="0" y="-444900"/>
            <a:ext cx="9144000" cy="5588500"/>
            <a:chOff x="0" y="-444900"/>
            <a:chExt cx="9144000" cy="5588500"/>
          </a:xfrm>
        </p:grpSpPr>
        <p:sp>
          <p:nvSpPr>
            <p:cNvPr id="286" name="Google Shape;286;p37"/>
            <p:cNvSpPr/>
            <p:nvPr/>
          </p:nvSpPr>
          <p:spPr>
            <a:xfrm>
              <a:off x="0" y="100"/>
              <a:ext cx="9144000" cy="5143500"/>
            </a:xfrm>
            <a:prstGeom prst="snip1Rect">
              <a:avLst>
                <a:gd fmla="val 40868"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Inter Tight"/>
                <a:ea typeface="Inter Tight"/>
                <a:cs typeface="Inter Tight"/>
                <a:sym typeface="Inter Tight"/>
              </a:endParaRPr>
            </a:p>
          </p:txBody>
        </p:sp>
        <p:sp>
          <p:nvSpPr>
            <p:cNvPr id="287" name="Google Shape;287;p37"/>
            <p:cNvSpPr/>
            <p:nvPr/>
          </p:nvSpPr>
          <p:spPr>
            <a:xfrm rot="10800000">
              <a:off x="7036475" y="1219850"/>
              <a:ext cx="2107500" cy="1861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Inter Tight"/>
                <a:ea typeface="Inter Tight"/>
                <a:cs typeface="Inter Tight"/>
                <a:sym typeface="Inter Tight"/>
              </a:endParaRPr>
            </a:p>
          </p:txBody>
        </p:sp>
        <p:sp>
          <p:nvSpPr>
            <p:cNvPr id="288" name="Google Shape;288;p37"/>
            <p:cNvSpPr/>
            <p:nvPr/>
          </p:nvSpPr>
          <p:spPr>
            <a:xfrm flipH="1" rot="4500068">
              <a:off x="7230762" y="-248045"/>
              <a:ext cx="1723726" cy="1714991"/>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latin typeface="Inter Tight SemiBold"/>
                  <a:ea typeface="Inter Tight SemiBold"/>
                  <a:cs typeface="Inter Tight SemiBold"/>
                  <a:sym typeface="Inter Tight SemiBold"/>
                </a:rPr>
                <a:t> </a:t>
              </a:r>
              <a:endParaRPr>
                <a:solidFill>
                  <a:schemeClr val="lt2"/>
                </a:solidFill>
                <a:latin typeface="Inter Tight SemiBold"/>
                <a:ea typeface="Inter Tight SemiBold"/>
                <a:cs typeface="Inter Tight SemiBold"/>
                <a:sym typeface="Inter Tight SemiBold"/>
              </a:endParaRPr>
            </a:p>
          </p:txBody>
        </p:sp>
      </p:grpSp>
      <p:sp>
        <p:nvSpPr>
          <p:cNvPr id="289" name="Google Shape;289;p37"/>
          <p:cNvSpPr txBox="1"/>
          <p:nvPr>
            <p:ph idx="1" type="body"/>
          </p:nvPr>
        </p:nvSpPr>
        <p:spPr>
          <a:xfrm>
            <a:off x="333925" y="3630575"/>
            <a:ext cx="6790800" cy="446400"/>
          </a:xfrm>
          <a:prstGeom prst="rect">
            <a:avLst/>
          </a:prstGeom>
        </p:spPr>
        <p:txBody>
          <a:bodyPr anchorCtr="0" anchor="t" bIns="91425" lIns="91425" spcFirstLastPara="1" rIns="91425" wrap="square" tIns="91425">
            <a:spAutoFit/>
          </a:bodyPr>
          <a:lstStyle>
            <a:lvl1pPr indent="-336550" lvl="0" marL="457200">
              <a:lnSpc>
                <a:spcPct val="115000"/>
              </a:lnSpc>
              <a:spcBef>
                <a:spcPts val="0"/>
              </a:spcBef>
              <a:spcAft>
                <a:spcPts val="0"/>
              </a:spcAft>
              <a:buClr>
                <a:schemeClr val="lt1"/>
              </a:buClr>
              <a:buSzPts val="1700"/>
              <a:buChar char="●"/>
              <a:defRPr>
                <a:solidFill>
                  <a:schemeClr val="lt1"/>
                </a:solidFill>
              </a:defRPr>
            </a:lvl1pPr>
            <a:lvl2pPr indent="-336550" lvl="1" marL="914400">
              <a:lnSpc>
                <a:spcPct val="115000"/>
              </a:lnSpc>
              <a:spcBef>
                <a:spcPts val="0"/>
              </a:spcBef>
              <a:spcAft>
                <a:spcPts val="0"/>
              </a:spcAft>
              <a:buClr>
                <a:schemeClr val="lt1"/>
              </a:buClr>
              <a:buSzPts val="1700"/>
              <a:buChar char="○"/>
              <a:defRPr>
                <a:solidFill>
                  <a:schemeClr val="lt1"/>
                </a:solidFill>
              </a:defRPr>
            </a:lvl2pPr>
            <a:lvl3pPr indent="-336550" lvl="2" marL="1371600">
              <a:lnSpc>
                <a:spcPct val="115000"/>
              </a:lnSpc>
              <a:spcBef>
                <a:spcPts val="0"/>
              </a:spcBef>
              <a:spcAft>
                <a:spcPts val="0"/>
              </a:spcAft>
              <a:buClr>
                <a:schemeClr val="lt1"/>
              </a:buClr>
              <a:buSzPts val="1700"/>
              <a:buChar char="■"/>
              <a:defRPr>
                <a:solidFill>
                  <a:schemeClr val="lt1"/>
                </a:solidFill>
              </a:defRPr>
            </a:lvl3pPr>
            <a:lvl4pPr indent="-336550" lvl="3" marL="1828800">
              <a:lnSpc>
                <a:spcPct val="115000"/>
              </a:lnSpc>
              <a:spcBef>
                <a:spcPts val="0"/>
              </a:spcBef>
              <a:spcAft>
                <a:spcPts val="0"/>
              </a:spcAft>
              <a:buClr>
                <a:schemeClr val="lt1"/>
              </a:buClr>
              <a:buSzPts val="1700"/>
              <a:buChar char="●"/>
              <a:defRPr>
                <a:solidFill>
                  <a:schemeClr val="lt1"/>
                </a:solidFill>
              </a:defRPr>
            </a:lvl4pPr>
            <a:lvl5pPr indent="-336550" lvl="4" marL="2286000">
              <a:lnSpc>
                <a:spcPct val="115000"/>
              </a:lnSpc>
              <a:spcBef>
                <a:spcPts val="0"/>
              </a:spcBef>
              <a:spcAft>
                <a:spcPts val="0"/>
              </a:spcAft>
              <a:buClr>
                <a:schemeClr val="lt1"/>
              </a:buClr>
              <a:buSzPts val="1700"/>
              <a:buChar char="○"/>
              <a:defRPr>
                <a:solidFill>
                  <a:schemeClr val="lt1"/>
                </a:solidFill>
              </a:defRPr>
            </a:lvl5pPr>
            <a:lvl6pPr indent="-336550" lvl="5" marL="2743200">
              <a:lnSpc>
                <a:spcPct val="115000"/>
              </a:lnSpc>
              <a:spcBef>
                <a:spcPts val="0"/>
              </a:spcBef>
              <a:spcAft>
                <a:spcPts val="0"/>
              </a:spcAft>
              <a:buClr>
                <a:schemeClr val="lt1"/>
              </a:buClr>
              <a:buSzPts val="1700"/>
              <a:buChar char="■"/>
              <a:defRPr>
                <a:solidFill>
                  <a:schemeClr val="lt1"/>
                </a:solidFill>
              </a:defRPr>
            </a:lvl6pPr>
            <a:lvl7pPr indent="-336550" lvl="6" marL="3200400">
              <a:lnSpc>
                <a:spcPct val="115000"/>
              </a:lnSpc>
              <a:spcBef>
                <a:spcPts val="0"/>
              </a:spcBef>
              <a:spcAft>
                <a:spcPts val="0"/>
              </a:spcAft>
              <a:buClr>
                <a:schemeClr val="lt1"/>
              </a:buClr>
              <a:buSzPts val="1700"/>
              <a:buChar char="●"/>
              <a:defRPr>
                <a:solidFill>
                  <a:schemeClr val="lt1"/>
                </a:solidFill>
              </a:defRPr>
            </a:lvl7pPr>
            <a:lvl8pPr indent="-336550" lvl="7" marL="3657600">
              <a:lnSpc>
                <a:spcPct val="115000"/>
              </a:lnSpc>
              <a:spcBef>
                <a:spcPts val="0"/>
              </a:spcBef>
              <a:spcAft>
                <a:spcPts val="0"/>
              </a:spcAft>
              <a:buClr>
                <a:schemeClr val="lt1"/>
              </a:buClr>
              <a:buSzPts val="1700"/>
              <a:buChar char="○"/>
              <a:defRPr>
                <a:solidFill>
                  <a:schemeClr val="lt1"/>
                </a:solidFill>
              </a:defRPr>
            </a:lvl8pPr>
            <a:lvl9pPr indent="-336550" lvl="8" marL="4114800">
              <a:lnSpc>
                <a:spcPct val="115000"/>
              </a:lnSpc>
              <a:spcBef>
                <a:spcPts val="0"/>
              </a:spcBef>
              <a:spcAft>
                <a:spcPts val="0"/>
              </a:spcAft>
              <a:buClr>
                <a:schemeClr val="lt1"/>
              </a:buClr>
              <a:buSzPts val="1700"/>
              <a:buChar char="■"/>
              <a:defRPr>
                <a:solidFill>
                  <a:schemeClr val="lt1"/>
                </a:solidFill>
              </a:defRPr>
            </a:lvl9pPr>
          </a:lstStyle>
          <a:p/>
        </p:txBody>
      </p:sp>
      <p:sp>
        <p:nvSpPr>
          <p:cNvPr id="290" name="Google Shape;290;p37"/>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91" name="Google Shape;291;p37"/>
          <p:cNvSpPr txBox="1"/>
          <p:nvPr>
            <p:ph type="title"/>
          </p:nvPr>
        </p:nvSpPr>
        <p:spPr>
          <a:xfrm>
            <a:off x="333925" y="1249513"/>
            <a:ext cx="3662100" cy="9606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2" name="Google Shape;292;p37"/>
          <p:cNvSpPr txBox="1"/>
          <p:nvPr>
            <p:ph idx="2"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
        <p:nvSpPr>
          <p:cNvPr id="293" name="Google Shape;293;p37"/>
          <p:cNvSpPr txBox="1"/>
          <p:nvPr>
            <p:ph idx="3"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
        <p:nvSpPr>
          <p:cNvPr id="294" name="Google Shape;294;p37"/>
          <p:cNvSpPr txBox="1"/>
          <p:nvPr>
            <p:ph idx="4" type="body"/>
          </p:nvPr>
        </p:nvSpPr>
        <p:spPr>
          <a:xfrm>
            <a:off x="333925" y="3184176"/>
            <a:ext cx="6790800" cy="446400"/>
          </a:xfrm>
          <a:prstGeom prst="rect">
            <a:avLst/>
          </a:prstGeom>
        </p:spPr>
        <p:txBody>
          <a:bodyPr anchorCtr="0" anchor="t" bIns="91425" lIns="91425" spcFirstLastPara="1" rIns="91425" wrap="square" tIns="91425">
            <a:spAutoFit/>
          </a:bodyPr>
          <a:lstStyle>
            <a:lvl1pPr indent="-336550" lvl="0" marL="457200">
              <a:lnSpc>
                <a:spcPct val="115000"/>
              </a:lnSpc>
              <a:spcBef>
                <a:spcPts val="0"/>
              </a:spcBef>
              <a:spcAft>
                <a:spcPts val="0"/>
              </a:spcAft>
              <a:buClr>
                <a:schemeClr val="lt1"/>
              </a:buClr>
              <a:buSzPts val="1700"/>
              <a:buChar char="●"/>
              <a:defRPr>
                <a:solidFill>
                  <a:schemeClr val="lt1"/>
                </a:solidFill>
              </a:defRPr>
            </a:lvl1pPr>
            <a:lvl2pPr indent="-336550" lvl="1" marL="914400">
              <a:lnSpc>
                <a:spcPct val="115000"/>
              </a:lnSpc>
              <a:spcBef>
                <a:spcPts val="0"/>
              </a:spcBef>
              <a:spcAft>
                <a:spcPts val="0"/>
              </a:spcAft>
              <a:buClr>
                <a:schemeClr val="lt1"/>
              </a:buClr>
              <a:buSzPts val="1700"/>
              <a:buChar char="○"/>
              <a:defRPr>
                <a:solidFill>
                  <a:schemeClr val="lt1"/>
                </a:solidFill>
              </a:defRPr>
            </a:lvl2pPr>
            <a:lvl3pPr indent="-336550" lvl="2" marL="1371600">
              <a:lnSpc>
                <a:spcPct val="115000"/>
              </a:lnSpc>
              <a:spcBef>
                <a:spcPts val="0"/>
              </a:spcBef>
              <a:spcAft>
                <a:spcPts val="0"/>
              </a:spcAft>
              <a:buClr>
                <a:schemeClr val="lt1"/>
              </a:buClr>
              <a:buSzPts val="1700"/>
              <a:buChar char="■"/>
              <a:defRPr>
                <a:solidFill>
                  <a:schemeClr val="lt1"/>
                </a:solidFill>
              </a:defRPr>
            </a:lvl3pPr>
            <a:lvl4pPr indent="-336550" lvl="3" marL="1828800">
              <a:lnSpc>
                <a:spcPct val="115000"/>
              </a:lnSpc>
              <a:spcBef>
                <a:spcPts val="0"/>
              </a:spcBef>
              <a:spcAft>
                <a:spcPts val="0"/>
              </a:spcAft>
              <a:buClr>
                <a:schemeClr val="lt1"/>
              </a:buClr>
              <a:buSzPts val="1700"/>
              <a:buChar char="●"/>
              <a:defRPr>
                <a:solidFill>
                  <a:schemeClr val="lt1"/>
                </a:solidFill>
              </a:defRPr>
            </a:lvl4pPr>
            <a:lvl5pPr indent="-336550" lvl="4" marL="2286000">
              <a:lnSpc>
                <a:spcPct val="115000"/>
              </a:lnSpc>
              <a:spcBef>
                <a:spcPts val="0"/>
              </a:spcBef>
              <a:spcAft>
                <a:spcPts val="0"/>
              </a:spcAft>
              <a:buClr>
                <a:schemeClr val="lt1"/>
              </a:buClr>
              <a:buSzPts val="1700"/>
              <a:buChar char="○"/>
              <a:defRPr>
                <a:solidFill>
                  <a:schemeClr val="lt1"/>
                </a:solidFill>
              </a:defRPr>
            </a:lvl5pPr>
            <a:lvl6pPr indent="-336550" lvl="5" marL="2743200">
              <a:lnSpc>
                <a:spcPct val="115000"/>
              </a:lnSpc>
              <a:spcBef>
                <a:spcPts val="0"/>
              </a:spcBef>
              <a:spcAft>
                <a:spcPts val="0"/>
              </a:spcAft>
              <a:buClr>
                <a:schemeClr val="lt1"/>
              </a:buClr>
              <a:buSzPts val="1700"/>
              <a:buChar char="■"/>
              <a:defRPr>
                <a:solidFill>
                  <a:schemeClr val="lt1"/>
                </a:solidFill>
              </a:defRPr>
            </a:lvl6pPr>
            <a:lvl7pPr indent="-336550" lvl="6" marL="3200400">
              <a:lnSpc>
                <a:spcPct val="115000"/>
              </a:lnSpc>
              <a:spcBef>
                <a:spcPts val="0"/>
              </a:spcBef>
              <a:spcAft>
                <a:spcPts val="0"/>
              </a:spcAft>
              <a:buClr>
                <a:schemeClr val="lt1"/>
              </a:buClr>
              <a:buSzPts val="1700"/>
              <a:buChar char="●"/>
              <a:defRPr>
                <a:solidFill>
                  <a:schemeClr val="lt1"/>
                </a:solidFill>
              </a:defRPr>
            </a:lvl7pPr>
            <a:lvl8pPr indent="-336550" lvl="7" marL="3657600">
              <a:lnSpc>
                <a:spcPct val="115000"/>
              </a:lnSpc>
              <a:spcBef>
                <a:spcPts val="0"/>
              </a:spcBef>
              <a:spcAft>
                <a:spcPts val="0"/>
              </a:spcAft>
              <a:buClr>
                <a:schemeClr val="lt1"/>
              </a:buClr>
              <a:buSzPts val="1700"/>
              <a:buChar char="○"/>
              <a:defRPr>
                <a:solidFill>
                  <a:schemeClr val="lt1"/>
                </a:solidFill>
              </a:defRPr>
            </a:lvl8pPr>
            <a:lvl9pPr indent="-336550" lvl="8" marL="4114800">
              <a:lnSpc>
                <a:spcPct val="115000"/>
              </a:lnSpc>
              <a:spcBef>
                <a:spcPts val="0"/>
              </a:spcBef>
              <a:spcAft>
                <a:spcPts val="0"/>
              </a:spcAft>
              <a:buClr>
                <a:schemeClr val="lt1"/>
              </a:buClr>
              <a:buSzPts val="1700"/>
              <a:buChar char="■"/>
              <a:defRPr>
                <a:solidFill>
                  <a:schemeClr val="lt1"/>
                </a:solidFill>
              </a:defRPr>
            </a:lvl9pPr>
          </a:lstStyle>
          <a:p/>
        </p:txBody>
      </p:sp>
      <p:sp>
        <p:nvSpPr>
          <p:cNvPr id="295" name="Google Shape;295;p37"/>
          <p:cNvSpPr txBox="1"/>
          <p:nvPr>
            <p:ph idx="5" type="body"/>
          </p:nvPr>
        </p:nvSpPr>
        <p:spPr>
          <a:xfrm>
            <a:off x="333925" y="2737776"/>
            <a:ext cx="6790800" cy="446400"/>
          </a:xfrm>
          <a:prstGeom prst="rect">
            <a:avLst/>
          </a:prstGeom>
        </p:spPr>
        <p:txBody>
          <a:bodyPr anchorCtr="0" anchor="t" bIns="91425" lIns="91425" spcFirstLastPara="1" rIns="91425" wrap="square" tIns="91425">
            <a:spAutoFit/>
          </a:bodyPr>
          <a:lstStyle>
            <a:lvl1pPr indent="-336550" lvl="0" marL="457200">
              <a:lnSpc>
                <a:spcPct val="115000"/>
              </a:lnSpc>
              <a:spcBef>
                <a:spcPts val="0"/>
              </a:spcBef>
              <a:spcAft>
                <a:spcPts val="0"/>
              </a:spcAft>
              <a:buClr>
                <a:schemeClr val="lt1"/>
              </a:buClr>
              <a:buSzPts val="1700"/>
              <a:buChar char="●"/>
              <a:defRPr>
                <a:solidFill>
                  <a:schemeClr val="lt1"/>
                </a:solidFill>
              </a:defRPr>
            </a:lvl1pPr>
            <a:lvl2pPr indent="-336550" lvl="1" marL="914400">
              <a:lnSpc>
                <a:spcPct val="115000"/>
              </a:lnSpc>
              <a:spcBef>
                <a:spcPts val="0"/>
              </a:spcBef>
              <a:spcAft>
                <a:spcPts val="0"/>
              </a:spcAft>
              <a:buClr>
                <a:schemeClr val="lt1"/>
              </a:buClr>
              <a:buSzPts val="1700"/>
              <a:buChar char="○"/>
              <a:defRPr>
                <a:solidFill>
                  <a:schemeClr val="lt1"/>
                </a:solidFill>
              </a:defRPr>
            </a:lvl2pPr>
            <a:lvl3pPr indent="-336550" lvl="2" marL="1371600">
              <a:lnSpc>
                <a:spcPct val="115000"/>
              </a:lnSpc>
              <a:spcBef>
                <a:spcPts val="0"/>
              </a:spcBef>
              <a:spcAft>
                <a:spcPts val="0"/>
              </a:spcAft>
              <a:buClr>
                <a:schemeClr val="lt1"/>
              </a:buClr>
              <a:buSzPts val="1700"/>
              <a:buChar char="■"/>
              <a:defRPr>
                <a:solidFill>
                  <a:schemeClr val="lt1"/>
                </a:solidFill>
              </a:defRPr>
            </a:lvl3pPr>
            <a:lvl4pPr indent="-336550" lvl="3" marL="1828800">
              <a:lnSpc>
                <a:spcPct val="115000"/>
              </a:lnSpc>
              <a:spcBef>
                <a:spcPts val="0"/>
              </a:spcBef>
              <a:spcAft>
                <a:spcPts val="0"/>
              </a:spcAft>
              <a:buClr>
                <a:schemeClr val="lt1"/>
              </a:buClr>
              <a:buSzPts val="1700"/>
              <a:buChar char="●"/>
              <a:defRPr>
                <a:solidFill>
                  <a:schemeClr val="lt1"/>
                </a:solidFill>
              </a:defRPr>
            </a:lvl4pPr>
            <a:lvl5pPr indent="-336550" lvl="4" marL="2286000">
              <a:lnSpc>
                <a:spcPct val="115000"/>
              </a:lnSpc>
              <a:spcBef>
                <a:spcPts val="0"/>
              </a:spcBef>
              <a:spcAft>
                <a:spcPts val="0"/>
              </a:spcAft>
              <a:buClr>
                <a:schemeClr val="lt1"/>
              </a:buClr>
              <a:buSzPts val="1700"/>
              <a:buChar char="○"/>
              <a:defRPr>
                <a:solidFill>
                  <a:schemeClr val="lt1"/>
                </a:solidFill>
              </a:defRPr>
            </a:lvl5pPr>
            <a:lvl6pPr indent="-336550" lvl="5" marL="2743200">
              <a:lnSpc>
                <a:spcPct val="115000"/>
              </a:lnSpc>
              <a:spcBef>
                <a:spcPts val="0"/>
              </a:spcBef>
              <a:spcAft>
                <a:spcPts val="0"/>
              </a:spcAft>
              <a:buClr>
                <a:schemeClr val="lt1"/>
              </a:buClr>
              <a:buSzPts val="1700"/>
              <a:buChar char="■"/>
              <a:defRPr>
                <a:solidFill>
                  <a:schemeClr val="lt1"/>
                </a:solidFill>
              </a:defRPr>
            </a:lvl6pPr>
            <a:lvl7pPr indent="-336550" lvl="6" marL="3200400">
              <a:lnSpc>
                <a:spcPct val="115000"/>
              </a:lnSpc>
              <a:spcBef>
                <a:spcPts val="0"/>
              </a:spcBef>
              <a:spcAft>
                <a:spcPts val="0"/>
              </a:spcAft>
              <a:buClr>
                <a:schemeClr val="lt1"/>
              </a:buClr>
              <a:buSzPts val="1700"/>
              <a:buChar char="●"/>
              <a:defRPr>
                <a:solidFill>
                  <a:schemeClr val="lt1"/>
                </a:solidFill>
              </a:defRPr>
            </a:lvl7pPr>
            <a:lvl8pPr indent="-336550" lvl="7" marL="3657600">
              <a:lnSpc>
                <a:spcPct val="115000"/>
              </a:lnSpc>
              <a:spcBef>
                <a:spcPts val="0"/>
              </a:spcBef>
              <a:spcAft>
                <a:spcPts val="0"/>
              </a:spcAft>
              <a:buClr>
                <a:schemeClr val="lt1"/>
              </a:buClr>
              <a:buSzPts val="1700"/>
              <a:buChar char="○"/>
              <a:defRPr>
                <a:solidFill>
                  <a:schemeClr val="lt1"/>
                </a:solidFill>
              </a:defRPr>
            </a:lvl8pPr>
            <a:lvl9pPr indent="-336550" lvl="8" marL="4114800">
              <a:lnSpc>
                <a:spcPct val="115000"/>
              </a:lnSpc>
              <a:spcBef>
                <a:spcPts val="0"/>
              </a:spcBef>
              <a:spcAft>
                <a:spcPts val="0"/>
              </a:spcAft>
              <a:buClr>
                <a:schemeClr val="lt1"/>
              </a:buClr>
              <a:buSzPts val="1700"/>
              <a:buChar char="■"/>
              <a:defRPr>
                <a:solidFill>
                  <a:schemeClr val="lt1"/>
                </a:solidFill>
              </a:defRPr>
            </a:lvl9pPr>
          </a:lstStyle>
          <a:p/>
        </p:txBody>
      </p:sp>
      <p:sp>
        <p:nvSpPr>
          <p:cNvPr id="296" name="Google Shape;296;p37"/>
          <p:cNvSpPr txBox="1"/>
          <p:nvPr>
            <p:ph idx="6" type="body"/>
          </p:nvPr>
        </p:nvSpPr>
        <p:spPr>
          <a:xfrm>
            <a:off x="333925" y="2291377"/>
            <a:ext cx="6790800" cy="446400"/>
          </a:xfrm>
          <a:prstGeom prst="rect">
            <a:avLst/>
          </a:prstGeom>
        </p:spPr>
        <p:txBody>
          <a:bodyPr anchorCtr="0" anchor="t" bIns="91425" lIns="91425" spcFirstLastPara="1" rIns="91425" wrap="square" tIns="91425">
            <a:spAutoFit/>
          </a:bodyPr>
          <a:lstStyle>
            <a:lvl1pPr indent="-336550" lvl="0" marL="457200">
              <a:lnSpc>
                <a:spcPct val="115000"/>
              </a:lnSpc>
              <a:spcBef>
                <a:spcPts val="0"/>
              </a:spcBef>
              <a:spcAft>
                <a:spcPts val="0"/>
              </a:spcAft>
              <a:buClr>
                <a:schemeClr val="lt1"/>
              </a:buClr>
              <a:buSzPts val="1700"/>
              <a:buChar char="●"/>
              <a:defRPr>
                <a:solidFill>
                  <a:schemeClr val="lt1"/>
                </a:solidFill>
              </a:defRPr>
            </a:lvl1pPr>
            <a:lvl2pPr indent="-336550" lvl="1" marL="914400">
              <a:lnSpc>
                <a:spcPct val="115000"/>
              </a:lnSpc>
              <a:spcBef>
                <a:spcPts val="0"/>
              </a:spcBef>
              <a:spcAft>
                <a:spcPts val="0"/>
              </a:spcAft>
              <a:buClr>
                <a:schemeClr val="lt1"/>
              </a:buClr>
              <a:buSzPts val="1700"/>
              <a:buChar char="○"/>
              <a:defRPr>
                <a:solidFill>
                  <a:schemeClr val="lt1"/>
                </a:solidFill>
              </a:defRPr>
            </a:lvl2pPr>
            <a:lvl3pPr indent="-336550" lvl="2" marL="1371600">
              <a:lnSpc>
                <a:spcPct val="115000"/>
              </a:lnSpc>
              <a:spcBef>
                <a:spcPts val="0"/>
              </a:spcBef>
              <a:spcAft>
                <a:spcPts val="0"/>
              </a:spcAft>
              <a:buClr>
                <a:schemeClr val="lt1"/>
              </a:buClr>
              <a:buSzPts val="1700"/>
              <a:buChar char="■"/>
              <a:defRPr>
                <a:solidFill>
                  <a:schemeClr val="lt1"/>
                </a:solidFill>
              </a:defRPr>
            </a:lvl3pPr>
            <a:lvl4pPr indent="-336550" lvl="3" marL="1828800">
              <a:lnSpc>
                <a:spcPct val="115000"/>
              </a:lnSpc>
              <a:spcBef>
                <a:spcPts val="0"/>
              </a:spcBef>
              <a:spcAft>
                <a:spcPts val="0"/>
              </a:spcAft>
              <a:buClr>
                <a:schemeClr val="lt1"/>
              </a:buClr>
              <a:buSzPts val="1700"/>
              <a:buChar char="●"/>
              <a:defRPr>
                <a:solidFill>
                  <a:schemeClr val="lt1"/>
                </a:solidFill>
              </a:defRPr>
            </a:lvl4pPr>
            <a:lvl5pPr indent="-336550" lvl="4" marL="2286000">
              <a:lnSpc>
                <a:spcPct val="115000"/>
              </a:lnSpc>
              <a:spcBef>
                <a:spcPts val="0"/>
              </a:spcBef>
              <a:spcAft>
                <a:spcPts val="0"/>
              </a:spcAft>
              <a:buClr>
                <a:schemeClr val="lt1"/>
              </a:buClr>
              <a:buSzPts val="1700"/>
              <a:buChar char="○"/>
              <a:defRPr>
                <a:solidFill>
                  <a:schemeClr val="lt1"/>
                </a:solidFill>
              </a:defRPr>
            </a:lvl5pPr>
            <a:lvl6pPr indent="-336550" lvl="5" marL="2743200">
              <a:lnSpc>
                <a:spcPct val="115000"/>
              </a:lnSpc>
              <a:spcBef>
                <a:spcPts val="0"/>
              </a:spcBef>
              <a:spcAft>
                <a:spcPts val="0"/>
              </a:spcAft>
              <a:buClr>
                <a:schemeClr val="lt1"/>
              </a:buClr>
              <a:buSzPts val="1700"/>
              <a:buChar char="■"/>
              <a:defRPr>
                <a:solidFill>
                  <a:schemeClr val="lt1"/>
                </a:solidFill>
              </a:defRPr>
            </a:lvl6pPr>
            <a:lvl7pPr indent="-336550" lvl="6" marL="3200400">
              <a:lnSpc>
                <a:spcPct val="115000"/>
              </a:lnSpc>
              <a:spcBef>
                <a:spcPts val="0"/>
              </a:spcBef>
              <a:spcAft>
                <a:spcPts val="0"/>
              </a:spcAft>
              <a:buClr>
                <a:schemeClr val="lt1"/>
              </a:buClr>
              <a:buSzPts val="1700"/>
              <a:buChar char="●"/>
              <a:defRPr>
                <a:solidFill>
                  <a:schemeClr val="lt1"/>
                </a:solidFill>
              </a:defRPr>
            </a:lvl7pPr>
            <a:lvl8pPr indent="-336550" lvl="7" marL="3657600">
              <a:lnSpc>
                <a:spcPct val="115000"/>
              </a:lnSpc>
              <a:spcBef>
                <a:spcPts val="0"/>
              </a:spcBef>
              <a:spcAft>
                <a:spcPts val="0"/>
              </a:spcAft>
              <a:buClr>
                <a:schemeClr val="lt1"/>
              </a:buClr>
              <a:buSzPts val="1700"/>
              <a:buChar char="○"/>
              <a:defRPr>
                <a:solidFill>
                  <a:schemeClr val="lt1"/>
                </a:solidFill>
              </a:defRPr>
            </a:lvl8pPr>
            <a:lvl9pPr indent="-336550" lvl="8" marL="4114800">
              <a:lnSpc>
                <a:spcPct val="115000"/>
              </a:lnSpc>
              <a:spcBef>
                <a:spcPts val="0"/>
              </a:spcBef>
              <a:spcAft>
                <a:spcPts val="0"/>
              </a:spcAft>
              <a:buClr>
                <a:schemeClr val="lt1"/>
              </a:buClr>
              <a:buSzPts val="1700"/>
              <a:buChar char="■"/>
              <a:defRPr>
                <a:solidFill>
                  <a:schemeClr val="lt1"/>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ype">
  <p:cSld name="BIG_NUMBER">
    <p:bg>
      <p:bgPr>
        <a:solidFill>
          <a:schemeClr val="lt2"/>
        </a:solidFill>
      </p:bgPr>
    </p:bg>
    <p:spTree>
      <p:nvGrpSpPr>
        <p:cNvPr id="297" name="Shape 297"/>
        <p:cNvGrpSpPr/>
        <p:nvPr/>
      </p:nvGrpSpPr>
      <p:grpSpPr>
        <a:xfrm>
          <a:off x="0" y="0"/>
          <a:ext cx="0" cy="0"/>
          <a:chOff x="0" y="0"/>
          <a:chExt cx="0" cy="0"/>
        </a:xfrm>
      </p:grpSpPr>
      <p:sp>
        <p:nvSpPr>
          <p:cNvPr id="298" name="Google Shape;298;p38"/>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299" name="Google Shape;299;p38"/>
          <p:cNvSpPr txBox="1"/>
          <p:nvPr/>
        </p:nvSpPr>
        <p:spPr>
          <a:xfrm>
            <a:off x="2479675" y="2285400"/>
            <a:ext cx="4184700" cy="572700"/>
          </a:xfrm>
          <a:prstGeom prst="rect">
            <a:avLst/>
          </a:prstGeom>
          <a:noFill/>
          <a:ln>
            <a:noFill/>
          </a:ln>
        </p:spPr>
        <p:txBody>
          <a:bodyPr anchorCtr="0" anchor="b" bIns="91425" lIns="91425" spcFirstLastPara="1" rIns="91425" wrap="square" tIns="91425">
            <a:noAutofit/>
          </a:bodyPr>
          <a:lstStyle/>
          <a:p>
            <a:pPr indent="0" lvl="0" marL="0" rtl="0" algn="l">
              <a:lnSpc>
                <a:spcPct val="90000"/>
              </a:lnSpc>
              <a:spcBef>
                <a:spcPts val="0"/>
              </a:spcBef>
              <a:spcAft>
                <a:spcPts val="0"/>
              </a:spcAft>
              <a:buNone/>
            </a:pPr>
            <a:r>
              <a:rPr lang="en" sz="2800">
                <a:solidFill>
                  <a:schemeClr val="lt1"/>
                </a:solidFill>
                <a:latin typeface="Inter Tight SemiBold"/>
                <a:ea typeface="Inter Tight SemiBold"/>
                <a:cs typeface="Inter Tight SemiBold"/>
                <a:sym typeface="Inter Tight SemiBold"/>
              </a:rPr>
              <a:t>Questions?</a:t>
            </a:r>
            <a:endParaRPr sz="2800">
              <a:solidFill>
                <a:schemeClr val="lt1"/>
              </a:solidFill>
              <a:latin typeface="Inter Tight SemiBold"/>
              <a:ea typeface="Inter Tight SemiBold"/>
              <a:cs typeface="Inter Tight SemiBold"/>
              <a:sym typeface="Inter Tight SemiBold"/>
            </a:endParaRPr>
          </a:p>
        </p:txBody>
      </p:sp>
      <p:grpSp>
        <p:nvGrpSpPr>
          <p:cNvPr id="300" name="Google Shape;300;p38"/>
          <p:cNvGrpSpPr/>
          <p:nvPr/>
        </p:nvGrpSpPr>
        <p:grpSpPr>
          <a:xfrm rot="300150">
            <a:off x="1277165" y="536719"/>
            <a:ext cx="6594752" cy="4068617"/>
            <a:chOff x="1277284" y="536521"/>
            <a:chExt cx="6594691" cy="4068580"/>
          </a:xfrm>
        </p:grpSpPr>
        <p:grpSp>
          <p:nvGrpSpPr>
            <p:cNvPr id="301" name="Google Shape;301;p38"/>
            <p:cNvGrpSpPr/>
            <p:nvPr/>
          </p:nvGrpSpPr>
          <p:grpSpPr>
            <a:xfrm>
              <a:off x="1277284" y="891662"/>
              <a:ext cx="6594077" cy="3357715"/>
              <a:chOff x="1277284" y="891662"/>
              <a:chExt cx="6594077" cy="3357715"/>
            </a:xfrm>
          </p:grpSpPr>
          <p:sp>
            <p:nvSpPr>
              <p:cNvPr id="302" name="Google Shape;302;p38"/>
              <p:cNvSpPr/>
              <p:nvPr/>
            </p:nvSpPr>
            <p:spPr>
              <a:xfrm rot="-2190">
                <a:off x="6458566" y="1876325"/>
                <a:ext cx="1412700" cy="1390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303" name="Google Shape;303;p38"/>
              <p:cNvSpPr/>
              <p:nvPr/>
            </p:nvSpPr>
            <p:spPr>
              <a:xfrm flipH="1" rot="-2453">
                <a:off x="1277283" y="893727"/>
                <a:ext cx="4625401" cy="3354000"/>
              </a:xfrm>
              <a:prstGeom prst="snip1Rect">
                <a:avLst>
                  <a:gd fmla="val 49693"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SemiBold"/>
                  <a:ea typeface="Inter Tight SemiBold"/>
                  <a:cs typeface="Inter Tight SemiBold"/>
                  <a:sym typeface="Inter Tight SemiBold"/>
                </a:endParaRPr>
              </a:p>
            </p:txBody>
          </p:sp>
          <p:sp>
            <p:nvSpPr>
              <p:cNvPr id="304" name="Google Shape;304;p38"/>
              <p:cNvSpPr/>
              <p:nvPr/>
            </p:nvSpPr>
            <p:spPr>
              <a:xfrm flipH="1" rot="10797547">
                <a:off x="3245660" y="893312"/>
                <a:ext cx="4625701" cy="3354000"/>
              </a:xfrm>
              <a:prstGeom prst="snip1Rect">
                <a:avLst>
                  <a:gd fmla="val 49663"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SemiBold"/>
                  <a:ea typeface="Inter Tight SemiBold"/>
                  <a:cs typeface="Inter Tight SemiBold"/>
                  <a:sym typeface="Inter Tight SemiBold"/>
                </a:endParaRPr>
              </a:p>
            </p:txBody>
          </p:sp>
          <p:sp>
            <p:nvSpPr>
              <p:cNvPr id="305" name="Google Shape;305;p38"/>
              <p:cNvSpPr/>
              <p:nvPr/>
            </p:nvSpPr>
            <p:spPr>
              <a:xfrm rot="-2190">
                <a:off x="1277395" y="1877958"/>
                <a:ext cx="1412700" cy="1390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grpSp>
        <p:sp>
          <p:nvSpPr>
            <p:cNvPr id="306" name="Google Shape;306;p38"/>
            <p:cNvSpPr/>
            <p:nvPr/>
          </p:nvSpPr>
          <p:spPr>
            <a:xfrm rot="-4517241">
              <a:off x="1416960" y="705331"/>
              <a:ext cx="1386770" cy="136158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Tight SemiBold"/>
                <a:ea typeface="Inter Tight SemiBold"/>
                <a:cs typeface="Inter Tight SemiBold"/>
                <a:sym typeface="Inter Tight SemiBold"/>
              </a:endParaRPr>
            </a:p>
          </p:txBody>
        </p:sp>
        <p:sp>
          <p:nvSpPr>
            <p:cNvPr id="307" name="Google Shape;307;p38"/>
            <p:cNvSpPr/>
            <p:nvPr/>
          </p:nvSpPr>
          <p:spPr>
            <a:xfrm rot="6281922">
              <a:off x="6346470" y="3074659"/>
              <a:ext cx="1384510" cy="1363185"/>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Tight SemiBold"/>
                <a:ea typeface="Inter Tight SemiBold"/>
                <a:cs typeface="Inter Tight SemiBold"/>
                <a:sym typeface="Inter Tight SemiBold"/>
              </a:endParaRPr>
            </a:p>
          </p:txBody>
        </p:sp>
      </p:grpSp>
      <p:sp>
        <p:nvSpPr>
          <p:cNvPr id="308" name="Google Shape;308;p38"/>
          <p:cNvSpPr txBox="1"/>
          <p:nvPr>
            <p:ph type="title"/>
          </p:nvPr>
        </p:nvSpPr>
        <p:spPr>
          <a:xfrm>
            <a:off x="2479675" y="2285400"/>
            <a:ext cx="41847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9" name="Google Shape;309;p38"/>
          <p:cNvSpPr txBox="1"/>
          <p:nvPr>
            <p:ph idx="1"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
        <p:nvSpPr>
          <p:cNvPr id="310" name="Google Shape;310;p38"/>
          <p:cNvSpPr txBox="1"/>
          <p:nvPr>
            <p:ph idx="2"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blank" type="blank">
  <p:cSld name="BLANK">
    <p:bg>
      <p:bgPr>
        <a:solidFill>
          <a:schemeClr val="lt1"/>
        </a:solidFill>
      </p:bgPr>
    </p:bg>
    <p:spTree>
      <p:nvGrpSpPr>
        <p:cNvPr id="311" name="Shape 311"/>
        <p:cNvGrpSpPr/>
        <p:nvPr/>
      </p:nvGrpSpPr>
      <p:grpSpPr>
        <a:xfrm>
          <a:off x="0" y="0"/>
          <a:ext cx="0" cy="0"/>
          <a:chOff x="0" y="0"/>
          <a:chExt cx="0" cy="0"/>
        </a:xfrm>
      </p:grpSpPr>
      <p:sp>
        <p:nvSpPr>
          <p:cNvPr id="312" name="Google Shape;312;p39"/>
          <p:cNvSpPr txBox="1"/>
          <p:nvPr>
            <p:ph idx="12" type="sldNum"/>
          </p:nvPr>
        </p:nvSpPr>
        <p:spPr>
          <a:xfrm>
            <a:off x="8318025" y="205550"/>
            <a:ext cx="548700" cy="393600"/>
          </a:xfrm>
          <a:prstGeom prst="rect">
            <a:avLst/>
          </a:prstGeom>
        </p:spPr>
        <p:txBody>
          <a:bodyPr anchorCtr="0" anchor="t"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13" name="Google Shape;313;p39"/>
          <p:cNvSpPr txBox="1"/>
          <p:nvPr>
            <p:ph idx="1"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314" name="Google Shape;314;p39"/>
          <p:cNvSpPr txBox="1"/>
          <p:nvPr>
            <p:ph idx="2"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475600" cy="572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1pPr>
            <a:lvl2pPr lvl="1">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2pPr>
            <a:lvl3pPr lvl="2">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3pPr>
            <a:lvl4pPr lvl="3">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4pPr>
            <a:lvl5pPr lvl="4">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5pPr>
            <a:lvl6pPr lvl="5">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6pPr>
            <a:lvl7pPr lvl="6">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7pPr>
            <a:lvl8pPr lvl="7">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8pPr>
            <a:lvl9pPr lvl="8">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9pPr>
          </a:lstStyle>
          <a:p/>
        </p:txBody>
      </p:sp>
      <p:sp>
        <p:nvSpPr>
          <p:cNvPr id="7" name="Google Shape;7;p1"/>
          <p:cNvSpPr txBox="1"/>
          <p:nvPr>
            <p:ph idx="1" type="body"/>
          </p:nvPr>
        </p:nvSpPr>
        <p:spPr>
          <a:xfrm>
            <a:off x="311700" y="1152475"/>
            <a:ext cx="8475600" cy="3416400"/>
          </a:xfrm>
          <a:prstGeom prst="rect">
            <a:avLst/>
          </a:prstGeom>
          <a:noFill/>
          <a:ln>
            <a:noFill/>
          </a:ln>
        </p:spPr>
        <p:txBody>
          <a:bodyPr anchorCtr="0" anchor="t" bIns="91425" lIns="91425" spcFirstLastPara="1" rIns="91425" wrap="square" tIns="91425">
            <a:spAutoFit/>
          </a:bodyPr>
          <a:lstStyle>
            <a:lvl1pPr indent="-336550" lvl="0" marL="45720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1pPr>
            <a:lvl2pPr indent="-336550" lvl="1" marL="91440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2pPr>
            <a:lvl3pPr indent="-336550" lvl="2" marL="137160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3pPr>
            <a:lvl4pPr indent="-336550" lvl="3" marL="182880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4pPr>
            <a:lvl5pPr indent="-336550" lvl="4" marL="228600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5pPr>
            <a:lvl6pPr indent="-336550" lvl="5" marL="274320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6pPr>
            <a:lvl7pPr indent="-336550" lvl="6" marL="320040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7pPr>
            <a:lvl8pPr indent="-336550" lvl="7" marL="365760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8pPr>
            <a:lvl9pPr indent="-336550" lvl="8" marL="411480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9pPr>
          </a:lstStyle>
          <a:p/>
        </p:txBody>
      </p:sp>
      <p:sp>
        <p:nvSpPr>
          <p:cNvPr id="8" name="Google Shape;8;p1"/>
          <p:cNvSpPr txBox="1"/>
          <p:nvPr>
            <p:ph idx="12" type="sldNum"/>
          </p:nvPr>
        </p:nvSpPr>
        <p:spPr>
          <a:xfrm>
            <a:off x="8260675" y="205550"/>
            <a:ext cx="548700" cy="292500"/>
          </a:xfrm>
          <a:prstGeom prst="rect">
            <a:avLst/>
          </a:prstGeom>
          <a:noFill/>
          <a:ln>
            <a:noFill/>
          </a:ln>
        </p:spPr>
        <p:txBody>
          <a:bodyPr anchorCtr="0" anchor="t" bIns="91425" lIns="91425" spcFirstLastPara="1" rIns="91425" wrap="square" tIns="91425">
            <a:normAutofit/>
          </a:bodyPr>
          <a:lstStyle>
            <a:lvl1pPr lvl="0" algn="r">
              <a:buNone/>
              <a:defRPr sz="700">
                <a:solidFill>
                  <a:schemeClr val="dk1"/>
                </a:solidFill>
                <a:latin typeface="Inter Tight SemiBold"/>
                <a:ea typeface="Inter Tight SemiBold"/>
                <a:cs typeface="Inter Tight SemiBold"/>
                <a:sym typeface="Inter Tight SemiBold"/>
              </a:defRPr>
            </a:lvl1pPr>
            <a:lvl2pPr lvl="1" algn="r">
              <a:buNone/>
              <a:defRPr sz="700">
                <a:solidFill>
                  <a:schemeClr val="dk1"/>
                </a:solidFill>
                <a:latin typeface="Inter Tight SemiBold"/>
                <a:ea typeface="Inter Tight SemiBold"/>
                <a:cs typeface="Inter Tight SemiBold"/>
                <a:sym typeface="Inter Tight SemiBold"/>
              </a:defRPr>
            </a:lvl2pPr>
            <a:lvl3pPr lvl="2" algn="r">
              <a:buNone/>
              <a:defRPr sz="700">
                <a:solidFill>
                  <a:schemeClr val="dk1"/>
                </a:solidFill>
                <a:latin typeface="Inter Tight SemiBold"/>
                <a:ea typeface="Inter Tight SemiBold"/>
                <a:cs typeface="Inter Tight SemiBold"/>
                <a:sym typeface="Inter Tight SemiBold"/>
              </a:defRPr>
            </a:lvl3pPr>
            <a:lvl4pPr lvl="3" algn="r">
              <a:buNone/>
              <a:defRPr sz="700">
                <a:solidFill>
                  <a:schemeClr val="dk1"/>
                </a:solidFill>
                <a:latin typeface="Inter Tight SemiBold"/>
                <a:ea typeface="Inter Tight SemiBold"/>
                <a:cs typeface="Inter Tight SemiBold"/>
                <a:sym typeface="Inter Tight SemiBold"/>
              </a:defRPr>
            </a:lvl4pPr>
            <a:lvl5pPr lvl="4" algn="r">
              <a:buNone/>
              <a:defRPr sz="700">
                <a:solidFill>
                  <a:schemeClr val="dk1"/>
                </a:solidFill>
                <a:latin typeface="Inter Tight SemiBold"/>
                <a:ea typeface="Inter Tight SemiBold"/>
                <a:cs typeface="Inter Tight SemiBold"/>
                <a:sym typeface="Inter Tight SemiBold"/>
              </a:defRPr>
            </a:lvl5pPr>
            <a:lvl6pPr lvl="5" algn="r">
              <a:buNone/>
              <a:defRPr sz="700">
                <a:solidFill>
                  <a:schemeClr val="dk1"/>
                </a:solidFill>
                <a:latin typeface="Inter Tight SemiBold"/>
                <a:ea typeface="Inter Tight SemiBold"/>
                <a:cs typeface="Inter Tight SemiBold"/>
                <a:sym typeface="Inter Tight SemiBold"/>
              </a:defRPr>
            </a:lvl6pPr>
            <a:lvl7pPr lvl="6" algn="r">
              <a:buNone/>
              <a:defRPr sz="700">
                <a:solidFill>
                  <a:schemeClr val="dk1"/>
                </a:solidFill>
                <a:latin typeface="Inter Tight SemiBold"/>
                <a:ea typeface="Inter Tight SemiBold"/>
                <a:cs typeface="Inter Tight SemiBold"/>
                <a:sym typeface="Inter Tight SemiBold"/>
              </a:defRPr>
            </a:lvl7pPr>
            <a:lvl8pPr lvl="7" algn="r">
              <a:buNone/>
              <a:defRPr sz="700">
                <a:solidFill>
                  <a:schemeClr val="dk1"/>
                </a:solidFill>
                <a:latin typeface="Inter Tight SemiBold"/>
                <a:ea typeface="Inter Tight SemiBold"/>
                <a:cs typeface="Inter Tight SemiBold"/>
                <a:sym typeface="Inter Tight SemiBold"/>
              </a:defRPr>
            </a:lvl8pPr>
            <a:lvl9pPr lvl="8" algn="r">
              <a:buNone/>
              <a:defRPr sz="700">
                <a:solidFill>
                  <a:schemeClr val="dk1"/>
                </a:solidFill>
                <a:latin typeface="Inter Tight SemiBold"/>
                <a:ea typeface="Inter Tight SemiBold"/>
                <a:cs typeface="Inter Tight SemiBold"/>
                <a:sym typeface="Inter Tight SemiBold"/>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b="1"/>
              <a:t>Evidence of Evolution</a:t>
            </a:r>
          </a:p>
        </p:txBody>
      </p:sp>
      <p:sp>
        <p:nvSpPr>
          <p:cNvPr id="3" name="Subtitle 2"/>
          <p:cNvSpPr>
            <a:spLocks noGrp="1"/>
          </p:cNvSpPr>
          <p:nvPr>
            <p:ph type="subTitle" idx="1"/>
          </p:nvPr>
        </p:nvSpPr>
        <p:spPr/>
        <p:txBody>
          <a:bodyPr/>
          <a:lstStyle/>
          <a:p>
            <a:r>
              <a:t>[Your Name]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Paleontology – Archaeopteryx</a:t>
            </a:r>
          </a:p>
        </p:txBody>
      </p:sp>
      <p:sp>
        <p:nvSpPr>
          <p:cNvPr id="3" name="Text Placeholder 2"/>
          <p:cNvSpPr>
            <a:spLocks noGrp="1"/>
          </p:cNvSpPr>
          <p:nvPr>
            <p:ph type="body" idx="1"/>
          </p:nvPr>
        </p:nvSpPr>
        <p:spPr/>
        <p:txBody>
          <a:bodyPr/>
          <a:lstStyle/>
          <a:p>
            <a:r>
              <a:rPr sz="1000"/>
              <a:t>Description:</a:t>
            </a:r>
          </a:p>
          <a:p>
            <a:r>
              <a:rPr sz="1000"/>
              <a:t>• Lived about 150 million years ago during the late Jurassic period</a:t>
            </a:r>
          </a:p>
          <a:p>
            <a:r>
              <a:rPr sz="1000"/>
              <a:t>• Had feathers and wings like a bird, but also teeth and clawed fingers like a dinosaur</a:t>
            </a:r>
          </a:p>
          <a:p>
            <a:r>
              <a:rPr sz="1000"/>
              <a:t>• Found preserved in limestone in Germany</a:t>
            </a:r>
          </a:p>
          <a:p/>
          <a:p>
            <a:r>
              <a:rPr sz="1000"/>
              <a:t>How does this support evolution?</a:t>
            </a:r>
          </a:p>
          <a:p>
            <a:r>
              <a:rPr sz="1000"/>
              <a:t>Archaeopteryx is a transitional fossil that shows features of both dinosaurs and birds. This is evidence that modern birds gradually evolved from small feathered dinosaurs over millions of years. It fills in a gap between two major groups of animals.</a:t>
            </a:r>
          </a:p>
          <a:p/>
          <a:p>
            <a:r>
              <a:rPr sz="1000"/>
              <a:t>Source: "Archaeopteryx." Britannica, britannica.com/animal/Archaeopteryx</a:t>
            </a:r>
          </a:p>
        </p:txBody>
      </p:sp>
      <p:pic>
        <p:nvPicPr>
          <p:cNvPr id="4" name="Picture Placeholder 3" descr="archaeopteryx.png"/>
          <p:cNvPicPr>
            <a:picLocks noGrp="1" noChangeAspect="1"/>
          </p:cNvPicPr>
          <p:nvPr>
            <p:ph type="pic" idx="2"/>
          </p:nvPr>
        </p:nvPicPr>
        <p:blipFill>
          <a:blip r:embed="rId2"/>
          <a:srcRect l="7847" r="7847"/>
          <a:stretch>
            <a:fillRect/>
          </a:stretch>
        </p:blipFill>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Paleontology – Tiktaalik</a:t>
            </a:r>
          </a:p>
        </p:txBody>
      </p:sp>
      <p:sp>
        <p:nvSpPr>
          <p:cNvPr id="3" name="Text Placeholder 2"/>
          <p:cNvSpPr>
            <a:spLocks noGrp="1"/>
          </p:cNvSpPr>
          <p:nvPr>
            <p:ph type="body" idx="1"/>
          </p:nvPr>
        </p:nvSpPr>
        <p:spPr/>
        <p:txBody>
          <a:bodyPr/>
          <a:lstStyle/>
          <a:p>
            <a:r>
              <a:rPr sz="1000"/>
              <a:t>Description:</a:t>
            </a:r>
          </a:p>
          <a:p>
            <a:r>
              <a:rPr sz="1000"/>
              <a:t>• Lived about 375 million years ago in shallow freshwater</a:t>
            </a:r>
          </a:p>
          <a:p>
            <a:r>
              <a:rPr sz="1000"/>
              <a:t>• Had fins with internal bones resembling a wrist and arm</a:t>
            </a:r>
          </a:p>
          <a:p>
            <a:r>
              <a:rPr sz="1000"/>
              <a:t>• Possessed a flat head and a neck, which are features not found in fish</a:t>
            </a:r>
          </a:p>
          <a:p/>
          <a:p>
            <a:r>
              <a:rPr sz="1000"/>
              <a:t>How does this support evolution?</a:t>
            </a:r>
          </a:p>
          <a:p>
            <a:r>
              <a:rPr sz="1000"/>
              <a:t>Tiktaalik is a transitional fossil between fish and four-legged land animals. Its fin-limbs with wrist-like bones show how land animals may have evolved from fish that developed limb structures. It helps explain the transition from aquatic to terrestrial life.</a:t>
            </a:r>
          </a:p>
          <a:p/>
          <a:p>
            <a:r>
              <a:rPr sz="1000"/>
              <a:t>Source: "Tiktaalik." National Geographic, nationalgeographic.org/encyclopedia/tiktaalik</a:t>
            </a:r>
          </a:p>
        </p:txBody>
      </p:sp>
      <p:pic>
        <p:nvPicPr>
          <p:cNvPr id="4" name="Picture Placeholder 3" descr="tiktaalik.png"/>
          <p:cNvPicPr>
            <a:picLocks noGrp="1" noChangeAspect="1"/>
          </p:cNvPicPr>
          <p:nvPr>
            <p:ph type="pic" idx="2"/>
          </p:nvPr>
        </p:nvPicPr>
        <p:blipFill>
          <a:blip r:embed="rId2"/>
          <a:srcRect l="7847" r="7847"/>
          <a:stretch>
            <a:fillRect/>
          </a:stretch>
        </p:blipFill>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Paleontology – Ambulocetus</a:t>
            </a:r>
          </a:p>
        </p:txBody>
      </p:sp>
      <p:sp>
        <p:nvSpPr>
          <p:cNvPr id="3" name="Text Placeholder 2"/>
          <p:cNvSpPr>
            <a:spLocks noGrp="1"/>
          </p:cNvSpPr>
          <p:nvPr>
            <p:ph type="body" idx="1"/>
          </p:nvPr>
        </p:nvSpPr>
        <p:spPr/>
        <p:txBody>
          <a:bodyPr/>
          <a:lstStyle/>
          <a:p>
            <a:r>
              <a:rPr sz="1000"/>
              <a:t>Description:</a:t>
            </a:r>
          </a:p>
          <a:p>
            <a:r>
              <a:rPr sz="1000"/>
              <a:t>• Lived about 48 million years ago</a:t>
            </a:r>
          </a:p>
          <a:p>
            <a:r>
              <a:rPr sz="1000"/>
              <a:t>• Had four legs but could swim by undulating its spine up and down</a:t>
            </a:r>
          </a:p>
          <a:p>
            <a:r>
              <a:rPr sz="1000"/>
              <a:t>• Is an early ancestor of modern whales</a:t>
            </a:r>
          </a:p>
          <a:p/>
          <a:p>
            <a:r>
              <a:rPr sz="1000"/>
              <a:t>How does this support evolution?</a:t>
            </a:r>
          </a:p>
          <a:p>
            <a:r>
              <a:rPr sz="1000"/>
              <a:t>Ambulocetus, meaning "walking whale," is a transitional fossil showing that modern whales descended from four-legged land mammals. Its ability to both walk and swim demonstrates a step in the gradual shift from land to ocean living. This supports the idea that major body changes happen over millions of years.</a:t>
            </a:r>
          </a:p>
          <a:p/>
          <a:p>
            <a:r>
              <a:rPr sz="1000"/>
              <a:t>Source: "Evidence of Evolution." Khan Academy, khanacademy.org/science/biology/her/evolution-and-natural-selection</a:t>
            </a:r>
          </a:p>
        </p:txBody>
      </p:sp>
      <p:pic>
        <p:nvPicPr>
          <p:cNvPr id="4" name="Picture Placeholder 3" descr="ambulocetus.png"/>
          <p:cNvPicPr>
            <a:picLocks noGrp="1" noChangeAspect="1"/>
          </p:cNvPicPr>
          <p:nvPr>
            <p:ph type="pic" idx="2"/>
          </p:nvPr>
        </p:nvPicPr>
        <p:blipFill>
          <a:blip r:embed="rId2"/>
          <a:srcRect l="7847" r="7847"/>
          <a:stretch>
            <a:fillRect/>
          </a:stretch>
        </p:blipFill>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Biogeography – Darwin's Finches</a:t>
            </a:r>
          </a:p>
        </p:txBody>
      </p:sp>
      <p:sp>
        <p:nvSpPr>
          <p:cNvPr id="3" name="Text Placeholder 2"/>
          <p:cNvSpPr>
            <a:spLocks noGrp="1"/>
          </p:cNvSpPr>
          <p:nvPr>
            <p:ph type="body" idx="1"/>
          </p:nvPr>
        </p:nvSpPr>
        <p:spPr/>
        <p:txBody>
          <a:bodyPr/>
          <a:lstStyle/>
          <a:p>
            <a:r>
              <a:rPr sz="1000"/>
              <a:t>Description:</a:t>
            </a:r>
          </a:p>
          <a:p>
            <a:r>
              <a:rPr sz="1000"/>
              <a:t>• Found on the Galápagos Islands in the Pacific Ocean</a:t>
            </a:r>
          </a:p>
          <a:p>
            <a:r>
              <a:rPr sz="1000"/>
              <a:t>• 14 different species, each with a uniquely shaped beak</a:t>
            </a:r>
          </a:p>
          <a:p>
            <a:r>
              <a:rPr sz="1000"/>
              <a:t>• Each beak type is adapted to the specific food available on its island</a:t>
            </a:r>
          </a:p>
          <a:p/>
          <a:p>
            <a:r>
              <a:rPr sz="1000"/>
              <a:t>How does this support evolution?</a:t>
            </a:r>
          </a:p>
          <a:p>
            <a:r>
              <a:rPr sz="1000"/>
              <a:t>All 14 species descended from a single ancestor that arrived on the islands long ago. Over time, different populations adapted to different food sources through natural selection, resulting in different beak shapes. This is a classic example of adaptive radiation.</a:t>
            </a:r>
          </a:p>
          <a:p/>
          <a:p>
            <a:r>
              <a:rPr sz="1000"/>
              <a:t>Source: "Darwin's Finches." Khan Academy, khanacademy.org/science/biology/her/evolution-and-natural-selection</a:t>
            </a:r>
          </a:p>
        </p:txBody>
      </p:sp>
      <p:pic>
        <p:nvPicPr>
          <p:cNvPr id="4" name="Picture Placeholder 3" descr="finches.png"/>
          <p:cNvPicPr>
            <a:picLocks noGrp="1" noChangeAspect="1"/>
          </p:cNvPicPr>
          <p:nvPr>
            <p:ph type="pic" idx="2"/>
          </p:nvPr>
        </p:nvPicPr>
        <p:blipFill>
          <a:blip r:embed="rId2"/>
          <a:srcRect l="7847" r="7847"/>
          <a:stretch>
            <a:fillRect/>
          </a:stretch>
        </p:blipFill>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Biogeography – Marsupials in Australia</a:t>
            </a:r>
          </a:p>
        </p:txBody>
      </p:sp>
      <p:sp>
        <p:nvSpPr>
          <p:cNvPr id="3" name="Text Placeholder 2"/>
          <p:cNvSpPr>
            <a:spLocks noGrp="1"/>
          </p:cNvSpPr>
          <p:nvPr>
            <p:ph type="body" idx="1"/>
          </p:nvPr>
        </p:nvSpPr>
        <p:spPr/>
        <p:txBody>
          <a:bodyPr/>
          <a:lstStyle/>
          <a:p>
            <a:r>
              <a:rPr sz="1000"/>
              <a:t>Description:</a:t>
            </a:r>
          </a:p>
          <a:p>
            <a:r>
              <a:rPr sz="1000"/>
              <a:t>• Marsupials like kangaroos and koalas are found almost exclusively in Australia</a:t>
            </a:r>
          </a:p>
          <a:p>
            <a:r>
              <a:rPr sz="1000"/>
              <a:t>• Australia separated from other continents around 45 million years ago</a:t>
            </a:r>
          </a:p>
          <a:p>
            <a:r>
              <a:rPr sz="1000"/>
              <a:t>• Marsupials evolved in isolation from placental mammals on other continents</a:t>
            </a:r>
          </a:p>
          <a:p/>
          <a:p>
            <a:r>
              <a:rPr sz="1000"/>
              <a:t>How does this support evolution?</a:t>
            </a:r>
          </a:p>
          <a:p>
            <a:r>
              <a:rPr sz="1000"/>
              <a:t>Because Australia was geographically isolated, its mammals evolved along a completely separate path. The great diversity of marsupials found only in Australia shows that isolation drives unique evolutionary changes. This pattern of species being shaped by geography is key evidence for evolution.</a:t>
            </a:r>
          </a:p>
          <a:p/>
          <a:p>
            <a:r>
              <a:rPr sz="1000"/>
              <a:t>Source: "Marsupial." Britannica, britannica.com/animal/marsupial</a:t>
            </a:r>
          </a:p>
        </p:txBody>
      </p:sp>
      <p:pic>
        <p:nvPicPr>
          <p:cNvPr id="4" name="Picture Placeholder 3" descr="marsupials.png"/>
          <p:cNvPicPr>
            <a:picLocks noGrp="1" noChangeAspect="1"/>
          </p:cNvPicPr>
          <p:nvPr>
            <p:ph type="pic" idx="2"/>
          </p:nvPr>
        </p:nvPicPr>
        <p:blipFill>
          <a:blip r:embed="rId2"/>
          <a:srcRect l="7847" r="7847"/>
          <a:stretch>
            <a:fillRect/>
          </a:stretch>
        </p:blipFill>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Biogeography – Cichlid Fish in African Lakes</a:t>
            </a:r>
          </a:p>
        </p:txBody>
      </p:sp>
      <p:sp>
        <p:nvSpPr>
          <p:cNvPr id="3" name="Text Placeholder 2"/>
          <p:cNvSpPr>
            <a:spLocks noGrp="1"/>
          </p:cNvSpPr>
          <p:nvPr>
            <p:ph type="body" idx="1"/>
          </p:nvPr>
        </p:nvSpPr>
        <p:spPr/>
        <p:txBody>
          <a:bodyPr/>
          <a:lstStyle/>
          <a:p>
            <a:r>
              <a:rPr sz="1000"/>
              <a:t>Description:</a:t>
            </a:r>
          </a:p>
          <a:p>
            <a:r>
              <a:rPr sz="1000"/>
              <a:t>• Over 500 species of cichlid fish live in Africa's Great Lakes</a:t>
            </a:r>
          </a:p>
          <a:p>
            <a:r>
              <a:rPr sz="1000"/>
              <a:t>• Each species is adapted to eat a different type of food</a:t>
            </a:r>
          </a:p>
          <a:p>
            <a:r>
              <a:rPr sz="1000"/>
              <a:t>• All species descended from just a few common ancestors</a:t>
            </a:r>
          </a:p>
          <a:p/>
          <a:p>
            <a:r>
              <a:rPr sz="1000"/>
              <a:t>How does this support evolution?</a:t>
            </a:r>
          </a:p>
          <a:p>
            <a:r>
              <a:rPr sz="1000"/>
              <a:t>Cichlid fish are one of the fastest-evolving groups of vertebrates on Earth. Isolated in separate lakes, small founding populations diversified into hundreds of species, each shaped by its environment. This rapid speciation in one geographic area is strong evidence that evolution is driven by environmental pressures.</a:t>
            </a:r>
          </a:p>
          <a:p/>
          <a:p>
            <a:r>
              <a:rPr sz="1000"/>
              <a:t>Source: "Cichlid Evolution." National Geographic, nationalgeographic.com/animals/fish/facts/cichlids</a:t>
            </a:r>
          </a:p>
        </p:txBody>
      </p:sp>
      <p:pic>
        <p:nvPicPr>
          <p:cNvPr id="4" name="Picture Placeholder 3" descr="cichlids.png"/>
          <p:cNvPicPr>
            <a:picLocks noGrp="1" noChangeAspect="1"/>
          </p:cNvPicPr>
          <p:nvPr>
            <p:ph type="pic" idx="2"/>
          </p:nvPr>
        </p:nvPicPr>
        <p:blipFill>
          <a:blip r:embed="rId2"/>
          <a:srcRect l="7847" r="7847"/>
          <a:stretch>
            <a:fillRect/>
          </a:stretch>
        </p:blipFill>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Embryology – Pharyngeal Pouches</a:t>
            </a:r>
          </a:p>
        </p:txBody>
      </p:sp>
      <p:sp>
        <p:nvSpPr>
          <p:cNvPr id="3" name="Text Placeholder 2"/>
          <p:cNvSpPr>
            <a:spLocks noGrp="1"/>
          </p:cNvSpPr>
          <p:nvPr>
            <p:ph type="body" idx="1"/>
          </p:nvPr>
        </p:nvSpPr>
        <p:spPr/>
        <p:txBody>
          <a:bodyPr/>
          <a:lstStyle/>
          <a:p>
            <a:r>
              <a:rPr sz="1000"/>
              <a:t>Description:</a:t>
            </a:r>
          </a:p>
          <a:p>
            <a:r>
              <a:rPr sz="1000"/>
              <a:t>• Fish, reptiles, birds, and humans all develop pharyngeal pouches as embryos</a:t>
            </a:r>
          </a:p>
          <a:p>
            <a:r>
              <a:rPr sz="1000"/>
              <a:t>• In fish, these pouches develop into gills</a:t>
            </a:r>
          </a:p>
          <a:p>
            <a:r>
              <a:rPr sz="1000"/>
              <a:t>• In humans, they become structures in the ear and throat</a:t>
            </a:r>
          </a:p>
          <a:p/>
          <a:p>
            <a:r>
              <a:rPr sz="1000"/>
              <a:t>How does this support evolution?</a:t>
            </a:r>
          </a:p>
          <a:p>
            <a:r>
              <a:rPr sz="1000"/>
              <a:t>The fact that very different animals share the same embryonic structures suggests they inherited them from a common ancestor. Over evolutionary time, the same starting structures were modified into different organs depending on the species. Shared embryonic development is strong evidence of a shared evolutionary past.</a:t>
            </a:r>
          </a:p>
          <a:p/>
          <a:p>
            <a:r>
              <a:rPr sz="1000"/>
              <a:t>Source: "Embryology and Evolution." Khan Academy, khanacademy.org/science/biology/her/evolution-and-natural-selection</a:t>
            </a:r>
          </a:p>
        </p:txBody>
      </p:sp>
      <p:pic>
        <p:nvPicPr>
          <p:cNvPr id="4" name="Picture Placeholder 3" descr="pharyngeal.png"/>
          <p:cNvPicPr>
            <a:picLocks noGrp="1" noChangeAspect="1"/>
          </p:cNvPicPr>
          <p:nvPr>
            <p:ph type="pic" idx="2"/>
          </p:nvPr>
        </p:nvPicPr>
        <p:blipFill>
          <a:blip r:embed="rId2"/>
          <a:srcRect l="7847" r="7847"/>
          <a:stretch>
            <a:fillRect/>
          </a:stretch>
        </p:blipFill>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Embryology – Tail in Human Embryos</a:t>
            </a:r>
          </a:p>
        </p:txBody>
      </p:sp>
      <p:sp>
        <p:nvSpPr>
          <p:cNvPr id="3" name="Text Placeholder 2"/>
          <p:cNvSpPr>
            <a:spLocks noGrp="1"/>
          </p:cNvSpPr>
          <p:nvPr>
            <p:ph type="body" idx="1"/>
          </p:nvPr>
        </p:nvSpPr>
        <p:spPr/>
        <p:txBody>
          <a:bodyPr/>
          <a:lstStyle/>
          <a:p>
            <a:r>
              <a:rPr sz="1000"/>
              <a:t>Description:</a:t>
            </a:r>
          </a:p>
          <a:p>
            <a:r>
              <a:rPr sz="1000"/>
              <a:t>• Human embryos develop a small tail between weeks 4 and 8</a:t>
            </a:r>
          </a:p>
          <a:p>
            <a:r>
              <a:rPr sz="1000"/>
              <a:t>• The tail is reabsorbed into the body before birth</a:t>
            </a:r>
          </a:p>
          <a:p>
            <a:r>
              <a:rPr sz="1000"/>
              <a:t>• This tail matches the tails found in other vertebrate embryos</a:t>
            </a:r>
          </a:p>
          <a:p/>
          <a:p>
            <a:r>
              <a:rPr sz="1000"/>
              <a:t>How does this support evolution?</a:t>
            </a:r>
          </a:p>
          <a:p>
            <a:r>
              <a:rPr sz="1000"/>
              <a:t>The temporary tail in human embryos is a remnant of our evolutionary ancestry with other tailed mammals. It appears because the genetic instructions from our ancestors still briefly activate during development. This shows that humans share a common ancestor with other vertebrates that had tails.</a:t>
            </a:r>
          </a:p>
          <a:p/>
          <a:p>
            <a:r>
              <a:rPr sz="1000"/>
              <a:t>Source: "Human Embryo Development." Britannica, britannica.com/science/human-embryology</a:t>
            </a:r>
          </a:p>
        </p:txBody>
      </p:sp>
      <p:pic>
        <p:nvPicPr>
          <p:cNvPr id="4" name="Picture Placeholder 3" descr="embryo_tail.png"/>
          <p:cNvPicPr>
            <a:picLocks noGrp="1" noChangeAspect="1"/>
          </p:cNvPicPr>
          <p:nvPr>
            <p:ph type="pic" idx="2"/>
          </p:nvPr>
        </p:nvPicPr>
        <p:blipFill>
          <a:blip r:embed="rId2"/>
          <a:srcRect l="7847" r="7847"/>
          <a:stretch>
            <a:fillRect/>
          </a:stretch>
        </p:blipFill>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Embryology – Limb Bud Development</a:t>
            </a:r>
          </a:p>
        </p:txBody>
      </p:sp>
      <p:sp>
        <p:nvSpPr>
          <p:cNvPr id="3" name="Text Placeholder 2"/>
          <p:cNvSpPr>
            <a:spLocks noGrp="1"/>
          </p:cNvSpPr>
          <p:nvPr>
            <p:ph type="body" idx="1"/>
          </p:nvPr>
        </p:nvSpPr>
        <p:spPr/>
        <p:txBody>
          <a:bodyPr/>
          <a:lstStyle/>
          <a:p>
            <a:r>
              <a:rPr sz="1000"/>
              <a:t>Description:</a:t>
            </a:r>
          </a:p>
          <a:p>
            <a:r>
              <a:rPr sz="1000"/>
              <a:t>• All vertebrate embryos (frogs, birds, mice, humans) develop limb buds in the same basic pattern</a:t>
            </a:r>
          </a:p>
          <a:p>
            <a:r>
              <a:rPr sz="1000"/>
              <a:t>• The same set of genes (Hox genes) controls limb growth across all these species</a:t>
            </a:r>
          </a:p>
          <a:p>
            <a:r>
              <a:rPr sz="1000"/>
              <a:t>• These limb buds later develop into arms, wings, flippers, or legs</a:t>
            </a:r>
          </a:p>
          <a:p/>
          <a:p>
            <a:r>
              <a:rPr sz="1000"/>
              <a:t>How does this support evolution?</a:t>
            </a:r>
          </a:p>
          <a:p>
            <a:r>
              <a:rPr sz="1000"/>
              <a:t>The shared genetic blueprint for limb development across very different species points to a common ancestor. Evolution did not change how limbs begin forming; it changed how they end up looking in each species. This conserved developmental process is evidence that vertebrates are related.</a:t>
            </a:r>
          </a:p>
          <a:p/>
          <a:p>
            <a:r>
              <a:rPr sz="1000"/>
              <a:t>Source: "Limb Development." NCBI / National Institutes of Health, ncbi.nlm.nih.gov/books/NBK10000</a:t>
            </a:r>
          </a:p>
        </p:txBody>
      </p:sp>
      <p:pic>
        <p:nvPicPr>
          <p:cNvPr id="4" name="Picture Placeholder 3" descr="limb_buds.png"/>
          <p:cNvPicPr>
            <a:picLocks noGrp="1" noChangeAspect="1"/>
          </p:cNvPicPr>
          <p:nvPr>
            <p:ph type="pic" idx="2"/>
          </p:nvPr>
        </p:nvPicPr>
        <p:blipFill>
          <a:blip r:embed="rId2"/>
          <a:srcRect l="7847" r="7847"/>
          <a:stretch>
            <a:fillRect/>
          </a:stretch>
        </p:blipFill>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Anatomy – Homologous Structures</a:t>
            </a:r>
          </a:p>
        </p:txBody>
      </p:sp>
      <p:sp>
        <p:nvSpPr>
          <p:cNvPr id="3" name="Text Placeholder 2"/>
          <p:cNvSpPr>
            <a:spLocks noGrp="1"/>
          </p:cNvSpPr>
          <p:nvPr>
            <p:ph type="body" idx="1"/>
          </p:nvPr>
        </p:nvSpPr>
        <p:spPr/>
        <p:txBody>
          <a:bodyPr/>
          <a:lstStyle/>
          <a:p>
            <a:r>
              <a:rPr sz="1000"/>
              <a:t>Description:</a:t>
            </a:r>
          </a:p>
          <a:p>
            <a:r>
              <a:rPr sz="1000"/>
              <a:t>• Humans, bats, whales, and cats all share the same set of forelimb bones</a:t>
            </a:r>
          </a:p>
          <a:p>
            <a:r>
              <a:rPr sz="1000"/>
              <a:t>• These bones are used for very different purposes: grasping, flying, swimming, walking</a:t>
            </a:r>
          </a:p>
          <a:p>
            <a:r>
              <a:rPr sz="1000"/>
              <a:t>• Despite different functions, the underlying bone arrangement is the same</a:t>
            </a:r>
          </a:p>
          <a:p/>
          <a:p>
            <a:r>
              <a:rPr sz="1000"/>
              <a:t>How does this support evolution?</a:t>
            </a:r>
          </a:p>
          <a:p>
            <a:r>
              <a:rPr sz="1000"/>
              <a:t>Homologous structures are body parts that share the same skeletal plan because they were inherited from a common ancestor. Evolution modified the shape and size of these bones to fit each species' way of life. The shared blueprint is evidence that these animals are related through descent.</a:t>
            </a:r>
          </a:p>
          <a:p/>
          <a:p>
            <a:r>
              <a:rPr sz="1000"/>
              <a:t>Source: "Homologous Structures." Khan Academy, khanacademy.org/science/biology/her/evolution-and-natural-selection</a:t>
            </a:r>
          </a:p>
        </p:txBody>
      </p:sp>
      <p:pic>
        <p:nvPicPr>
          <p:cNvPr id="4" name="Picture Placeholder 3" descr="homologous.png"/>
          <p:cNvPicPr>
            <a:picLocks noGrp="1" noChangeAspect="1"/>
          </p:cNvPicPr>
          <p:nvPr>
            <p:ph type="pic" idx="2"/>
          </p:nvPr>
        </p:nvPicPr>
        <p:blipFill>
          <a:blip r:embed="rId2"/>
          <a:srcRect l="7847" r="7847"/>
          <a:stretch>
            <a:fillRect/>
          </a:stretch>
        </p:blipFill>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Anatomy – Vestigial Structures</a:t>
            </a:r>
          </a:p>
        </p:txBody>
      </p:sp>
      <p:sp>
        <p:nvSpPr>
          <p:cNvPr id="3" name="Text Placeholder 2"/>
          <p:cNvSpPr>
            <a:spLocks noGrp="1"/>
          </p:cNvSpPr>
          <p:nvPr>
            <p:ph type="body" idx="1"/>
          </p:nvPr>
        </p:nvSpPr>
        <p:spPr/>
        <p:txBody>
          <a:bodyPr/>
          <a:lstStyle/>
          <a:p>
            <a:r>
              <a:rPr sz="1000"/>
              <a:t>Description:</a:t>
            </a:r>
          </a:p>
          <a:p>
            <a:r>
              <a:rPr sz="1000"/>
              <a:t>• Humans have a small bone at the base of the spine called the coccyx (tailbone)</a:t>
            </a:r>
          </a:p>
          <a:p>
            <a:r>
              <a:rPr sz="1000"/>
              <a:t>• It no longer supports a tail and has very little function</a:t>
            </a:r>
          </a:p>
          <a:p>
            <a:r>
              <a:rPr sz="1000"/>
              <a:t>• Other primates and many mammals use a similar bone to support their tails</a:t>
            </a:r>
          </a:p>
          <a:p/>
          <a:p>
            <a:r>
              <a:rPr sz="1000"/>
              <a:t>How does this support evolution?</a:t>
            </a:r>
          </a:p>
          <a:p>
            <a:r>
              <a:rPr sz="1000"/>
              <a:t>The human tailbone is a vestigial structure — a body part left over from an ancestor that actually needed it. Its presence in humans, despite serving no purpose for a tail, shows we are descended from tailed ancestors. Vestigial structures are strong evidence that species change over time.</a:t>
            </a:r>
          </a:p>
          <a:p/>
          <a:p>
            <a:r>
              <a:rPr sz="1000"/>
              <a:t>Source: "Vestigial Organ." Britannica, britannica.com/science/vestigial-organ</a:t>
            </a:r>
          </a:p>
        </p:txBody>
      </p:sp>
      <p:pic>
        <p:nvPicPr>
          <p:cNvPr id="4" name="Picture Placeholder 3" descr="vestigial.png"/>
          <p:cNvPicPr>
            <a:picLocks noGrp="1" noChangeAspect="1"/>
          </p:cNvPicPr>
          <p:nvPr>
            <p:ph type="pic" idx="2"/>
          </p:nvPr>
        </p:nvPicPr>
        <p:blipFill>
          <a:blip r:embed="rId2"/>
          <a:srcRect l="7847" r="7847"/>
          <a:stretch>
            <a:fillRect/>
          </a:stretch>
        </p:blipFill>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Anatomy – Analogous Structures</a:t>
            </a:r>
          </a:p>
        </p:txBody>
      </p:sp>
      <p:sp>
        <p:nvSpPr>
          <p:cNvPr id="3" name="Text Placeholder 2"/>
          <p:cNvSpPr>
            <a:spLocks noGrp="1"/>
          </p:cNvSpPr>
          <p:nvPr>
            <p:ph type="body" idx="1"/>
          </p:nvPr>
        </p:nvSpPr>
        <p:spPr/>
        <p:txBody>
          <a:bodyPr/>
          <a:lstStyle/>
          <a:p>
            <a:r>
              <a:rPr sz="1000"/>
              <a:t>Description:</a:t>
            </a:r>
          </a:p>
          <a:p>
            <a:r>
              <a:rPr sz="1000"/>
              <a:t>• Birds and bats both have wings used for flight</a:t>
            </a:r>
          </a:p>
          <a:p>
            <a:r>
              <a:rPr sz="1000"/>
              <a:t>• Bird wings are made of feathers over bone; bat wings are skin stretched over elongated fingers</a:t>
            </a:r>
          </a:p>
          <a:p>
            <a:r>
              <a:rPr sz="1000"/>
              <a:t>• They evolved flight independently from different ancestors</a:t>
            </a:r>
          </a:p>
          <a:p/>
          <a:p>
            <a:r>
              <a:rPr sz="1000"/>
              <a:t>How does this support evolution?</a:t>
            </a:r>
          </a:p>
          <a:p>
            <a:r>
              <a:rPr sz="1000"/>
              <a:t>Analogous structures show that unrelated species can independently evolve similar features to solve the same problem. This process, called convergent evolution, demonstrates that natural selection shapes organisms in predictable ways. It proves that evolution responds to environmental pressures.</a:t>
            </a:r>
          </a:p>
          <a:p/>
          <a:p>
            <a:r>
              <a:rPr sz="1000"/>
              <a:t>Source: "Convergent Evolution." National Geographic, nationalgeographic.org/encyclopedia/convergent-evolution</a:t>
            </a:r>
          </a:p>
        </p:txBody>
      </p:sp>
      <p:pic>
        <p:nvPicPr>
          <p:cNvPr id="4" name="Picture Placeholder 3" descr="analogous.png"/>
          <p:cNvPicPr>
            <a:picLocks noGrp="1" noChangeAspect="1"/>
          </p:cNvPicPr>
          <p:nvPr>
            <p:ph type="pic" idx="2"/>
          </p:nvPr>
        </p:nvPicPr>
        <p:blipFill>
          <a:blip r:embed="rId2"/>
          <a:srcRect l="7847" r="7847"/>
          <a:stretch>
            <a:fillRect/>
          </a:stretch>
        </p:blipFill>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Biochemistry – DNA Similarity</a:t>
            </a:r>
          </a:p>
        </p:txBody>
      </p:sp>
      <p:sp>
        <p:nvSpPr>
          <p:cNvPr id="3" name="Text Placeholder 2"/>
          <p:cNvSpPr>
            <a:spLocks noGrp="1"/>
          </p:cNvSpPr>
          <p:nvPr>
            <p:ph type="body" idx="1"/>
          </p:nvPr>
        </p:nvSpPr>
        <p:spPr/>
        <p:txBody>
          <a:bodyPr/>
          <a:lstStyle/>
          <a:p>
            <a:r>
              <a:rPr sz="1000"/>
              <a:t>Description:</a:t>
            </a:r>
          </a:p>
          <a:p>
            <a:r>
              <a:rPr sz="1000"/>
              <a:t>• Human DNA and chimpanzee DNA are about 98–99% identical</a:t>
            </a:r>
          </a:p>
          <a:p>
            <a:r>
              <a:rPr sz="1000"/>
              <a:t>• Small DNA differences account for physical differences like brain size</a:t>
            </a:r>
          </a:p>
          <a:p>
            <a:r>
              <a:rPr sz="1000"/>
              <a:t>• More closely related species share more similar DNA sequences</a:t>
            </a:r>
          </a:p>
          <a:p/>
          <a:p>
            <a:r>
              <a:rPr sz="1000"/>
              <a:t>How does this support evolution?</a:t>
            </a:r>
          </a:p>
          <a:p>
            <a:r>
              <a:rPr sz="1000"/>
              <a:t>The near-identical DNA between humans and chimps is strong molecular evidence that both species share a recent common ancestor. Small mutations accumulated over millions of years can lead to significant physical differences. DNA comparison allows scientists to measure how closely related any two species are.</a:t>
            </a:r>
          </a:p>
          <a:p/>
          <a:p>
            <a:r>
              <a:rPr sz="1000"/>
              <a:t>Source: "Molecular Evidence for Evolution." Khan Academy, khanacademy.org/science/biology/her/evolution-and-natural-selection</a:t>
            </a:r>
          </a:p>
        </p:txBody>
      </p:sp>
      <p:pic>
        <p:nvPicPr>
          <p:cNvPr id="4" name="Picture Placeholder 3" descr="dna_similarity.png"/>
          <p:cNvPicPr>
            <a:picLocks noGrp="1" noChangeAspect="1"/>
          </p:cNvPicPr>
          <p:nvPr>
            <p:ph type="pic" idx="2"/>
          </p:nvPr>
        </p:nvPicPr>
        <p:blipFill>
          <a:blip r:embed="rId2"/>
          <a:srcRect l="7847" r="7847"/>
          <a:stretch>
            <a:fillRect/>
          </a:stretch>
        </p:blipFill>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Biochemistry – Cytochrome C Protein</a:t>
            </a:r>
          </a:p>
        </p:txBody>
      </p:sp>
      <p:sp>
        <p:nvSpPr>
          <p:cNvPr id="3" name="Text Placeholder 2"/>
          <p:cNvSpPr>
            <a:spLocks noGrp="1"/>
          </p:cNvSpPr>
          <p:nvPr>
            <p:ph type="body" idx="1"/>
          </p:nvPr>
        </p:nvSpPr>
        <p:spPr/>
        <p:txBody>
          <a:bodyPr/>
          <a:lstStyle/>
          <a:p>
            <a:r>
              <a:rPr sz="1000"/>
              <a:t>Description:</a:t>
            </a:r>
          </a:p>
          <a:p>
            <a:r>
              <a:rPr sz="1000"/>
              <a:t>• Cytochrome c is a protein used in energy production, found in nearly all living things</a:t>
            </a:r>
          </a:p>
          <a:p>
            <a:r>
              <a:rPr sz="1000"/>
              <a:t>• The human version is nearly identical to other mammals' versions</a:t>
            </a:r>
          </a:p>
          <a:p>
            <a:r>
              <a:rPr sz="1000"/>
              <a:t>• More distantly related organisms like yeast have a more different version</a:t>
            </a:r>
          </a:p>
          <a:p/>
          <a:p>
            <a:r>
              <a:rPr sz="1000"/>
              <a:t>How does this support evolution?</a:t>
            </a:r>
          </a:p>
          <a:p>
            <a:r>
              <a:rPr sz="1000"/>
              <a:t>The fact that the same essential protein exists across nearly all life — with only small variations — shows all organisms evolved from a common ancestor. The number of amino acid differences between species corresponds to how long ago they diverged. This molecular clock helps scientists map the tree of life.</a:t>
            </a:r>
          </a:p>
          <a:p/>
          <a:p>
            <a:r>
              <a:rPr sz="1000"/>
              <a:t>Source: "Cytochrome." Britannica, britannica.com/science/cytochrome</a:t>
            </a:r>
          </a:p>
        </p:txBody>
      </p:sp>
      <p:pic>
        <p:nvPicPr>
          <p:cNvPr id="4" name="Picture Placeholder 3" descr="cytochrome_c.png"/>
          <p:cNvPicPr>
            <a:picLocks noGrp="1" noChangeAspect="1"/>
          </p:cNvPicPr>
          <p:nvPr>
            <p:ph type="pic" idx="2"/>
          </p:nvPr>
        </p:nvPicPr>
        <p:blipFill>
          <a:blip r:embed="rId2"/>
          <a:srcRect l="7847" r="7847"/>
          <a:stretch>
            <a:fillRect/>
          </a:stretch>
        </p:blipFill>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Biochemistry – Universal Genetic Code</a:t>
            </a:r>
          </a:p>
        </p:txBody>
      </p:sp>
      <p:sp>
        <p:nvSpPr>
          <p:cNvPr id="3" name="Text Placeholder 2"/>
          <p:cNvSpPr>
            <a:spLocks noGrp="1"/>
          </p:cNvSpPr>
          <p:nvPr>
            <p:ph type="body" idx="1"/>
          </p:nvPr>
        </p:nvSpPr>
        <p:spPr/>
        <p:txBody>
          <a:bodyPr/>
          <a:lstStyle/>
          <a:p>
            <a:r>
              <a:rPr sz="1000"/>
              <a:t>Description:</a:t>
            </a:r>
          </a:p>
          <a:p>
            <a:r>
              <a:rPr sz="1000"/>
              <a:t>• All living things on Earth use the same DNA bases: A, T, G, and C</a:t>
            </a:r>
          </a:p>
          <a:p>
            <a:r>
              <a:rPr sz="1000"/>
              <a:t>• The same three-letter codons code for the same amino acids in all organisms</a:t>
            </a:r>
          </a:p>
          <a:p>
            <a:r>
              <a:rPr sz="1000"/>
              <a:t>• This includes bacteria, plants, fungi, and animals</a:t>
            </a:r>
          </a:p>
          <a:p/>
          <a:p>
            <a:r>
              <a:rPr sz="1000"/>
              <a:t>How does this support evolution?</a:t>
            </a:r>
          </a:p>
          <a:p>
            <a:r>
              <a:rPr sz="1000"/>
              <a:t>The universal genetic code is perhaps the strongest biochemical evidence for evolution. The fact that every living organism on Earth uses the same molecular language strongly suggests all life shares a single common origin. Evolution built on this original code, diversifying it into the enormous variety of life we see today.</a:t>
            </a:r>
          </a:p>
          <a:p/>
          <a:p>
            <a:r>
              <a:rPr sz="1000"/>
              <a:t>Source: "Universal Genetic Code." Khan Academy, khanacademy.org/science/biology/gene-expression-central-dogma</a:t>
            </a:r>
          </a:p>
        </p:txBody>
      </p:sp>
      <p:pic>
        <p:nvPicPr>
          <p:cNvPr id="4" name="Picture Placeholder 3" descr="genetic_code.png"/>
          <p:cNvPicPr>
            <a:picLocks noGrp="1" noChangeAspect="1"/>
          </p:cNvPicPr>
          <p:nvPr>
            <p:ph type="pic" idx="2"/>
          </p:nvPr>
        </p:nvPicPr>
        <p:blipFill>
          <a:blip r:embed="rId2"/>
          <a:srcRect l="7847" r="7847"/>
          <a:stretch>
            <a:fillRect/>
          </a:stretch>
        </p:blipFill>
        <p:spPr/>
      </p:pic>
    </p:spTree>
  </p:cSld>
  <p:clrMapOvr>
    <a:masterClrMapping/>
  </p:clrMapOvr>
</p:sld>
</file>

<file path=ppt/theme/theme1.xml><?xml version="1.0" encoding="utf-8"?>
<a:theme xmlns:a="http://schemas.openxmlformats.org/drawingml/2006/main" xmlns:r="http://schemas.openxmlformats.org/officeDocument/2006/relationships" name="Lesson 1">
  <a:themeElements>
    <a:clrScheme name="Simple Light">
      <a:dk1>
        <a:srgbClr val="137C3F"/>
      </a:dk1>
      <a:lt1>
        <a:srgbClr val="FFFCF5"/>
      </a:lt1>
      <a:dk2>
        <a:srgbClr val="146AEB"/>
      </a:dk2>
      <a:lt2>
        <a:srgbClr val="FBA084"/>
      </a:lt2>
      <a:accent1>
        <a:srgbClr val="000000"/>
      </a:accent1>
      <a:accent2>
        <a:srgbClr val="FFFFB3"/>
      </a:accent2>
      <a:accent3>
        <a:srgbClr val="B6D7A8"/>
      </a:accent3>
      <a:accent4>
        <a:srgbClr val="A4C2F4"/>
      </a:accent4>
      <a:accent5>
        <a:srgbClr val="B6D7A8"/>
      </a:accent5>
      <a:accent6>
        <a:srgbClr val="B4A7D6"/>
      </a:accent6>
      <a:hlink>
        <a:srgbClr val="146AE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